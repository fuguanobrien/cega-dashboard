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723" r:id="rId3"/>
    <p:sldMasterId id="2147483724" r:id="rId4"/>
    <p:sldMasterId id="214748372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Overlock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verlock-regular.fntdata"/><Relationship Id="rId22" Type="http://schemas.openxmlformats.org/officeDocument/2006/relationships/font" Target="fonts/Overlock-italic.fntdata"/><Relationship Id="rId21" Type="http://schemas.openxmlformats.org/officeDocument/2006/relationships/font" Target="fonts/Overlock-bold.fntdata"/><Relationship Id="rId24" Type="http://schemas.openxmlformats.org/officeDocument/2006/relationships/font" Target="fonts/Inter-regular.fntdata"/><Relationship Id="rId23" Type="http://schemas.openxmlformats.org/officeDocument/2006/relationships/font" Target="fonts/Overlock-boldItalic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7" Type="http://schemas.openxmlformats.org/officeDocument/2006/relationships/font" Target="fonts/Inter-boldItalic.fntdata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dd2d788c7f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3dd2d788c7f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Hanning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d70a57ae6f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3d70a57ae6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Hanning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dae8bf4989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3dae8bf4989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Hanning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Alternative slide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Problem: Data on Syrian refugees exists, but remains inaccessible for policymakers and researchers to act 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are these Syrian refugees? They are a population without a permanent record who are displaced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data on this population is fragmented and Static across data ecosystems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there is no mechanism to visualize their migration patterns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</a:t>
            </a:r>
            <a:r>
              <a:rPr lang="en"/>
              <a:t>causes a situation where data cannot reach Policymakers to act 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Who are they? Population</a:t>
            </a:r>
            <a:endParaRPr b="1" sz="1300">
              <a:solidFill>
                <a:srgbClr val="1A233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13M+ Syrians </a:t>
            </a:r>
            <a:r>
              <a:rPr b="1" lang="en" sz="1300">
                <a:solidFill>
                  <a:srgbClr val="1E0E6A"/>
                </a:solidFill>
                <a:latin typeface="Inter"/>
                <a:ea typeface="Inter"/>
                <a:cs typeface="Inter"/>
                <a:sym typeface="Inter"/>
              </a:rPr>
              <a:t>displaced </a:t>
            </a:r>
            <a:r>
              <a:rPr lang="en" sz="1300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since 2011</a:t>
            </a:r>
            <a:endParaRPr sz="1300">
              <a:solidFill>
                <a:srgbClr val="1A233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Inter"/>
              <a:buChar char="●"/>
            </a:pPr>
            <a:r>
              <a:rPr b="1" lang="en" sz="1300">
                <a:solidFill>
                  <a:srgbClr val="1E0E6A"/>
                </a:solidFill>
                <a:latin typeface="Inter"/>
                <a:ea typeface="Inter"/>
                <a:cs typeface="Inter"/>
                <a:sym typeface="Inter"/>
              </a:rPr>
              <a:t>Lack</a:t>
            </a:r>
            <a:r>
              <a:rPr lang="en" sz="1300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 of reliable</a:t>
            </a:r>
            <a:r>
              <a:rPr b="1" lang="en" sz="1300">
                <a:solidFill>
                  <a:srgbClr val="1E0E6A"/>
                </a:solidFill>
                <a:latin typeface="Inter"/>
                <a:ea typeface="Inter"/>
                <a:cs typeface="Inter"/>
                <a:sym typeface="Inter"/>
              </a:rPr>
              <a:t> evidence </a:t>
            </a:r>
            <a:r>
              <a:rPr lang="en" sz="1300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for policy/research</a:t>
            </a:r>
            <a:endParaRPr sz="1300">
              <a:solidFill>
                <a:srgbClr val="1A233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0E6A"/>
              </a:buClr>
              <a:buSzPts val="1300"/>
              <a:buFont typeface="Inter"/>
              <a:buChar char="●"/>
            </a:pPr>
            <a:r>
              <a:rPr b="1" lang="en" sz="1300">
                <a:solidFill>
                  <a:srgbClr val="1E0E6A"/>
                </a:solidFill>
                <a:latin typeface="Inter"/>
                <a:ea typeface="Inter"/>
                <a:cs typeface="Inter"/>
                <a:sym typeface="Inter"/>
              </a:rPr>
              <a:t>Policy decisions often based on intuition, not data</a:t>
            </a:r>
            <a:endParaRPr b="1" sz="1300">
              <a:solidFill>
                <a:srgbClr val="1E0E6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E0E6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E0E6A"/>
                </a:solidFill>
                <a:latin typeface="Inter"/>
                <a:ea typeface="Inter"/>
                <a:cs typeface="Inter"/>
                <a:sym typeface="Inter"/>
              </a:rPr>
              <a:t>Fragmentation</a:t>
            </a:r>
            <a:endParaRPr b="1" sz="1300">
              <a:solidFill>
                <a:srgbClr val="1E0E6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300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Refugee data often collected </a:t>
            </a:r>
            <a:r>
              <a:rPr b="1" lang="en" sz="1300">
                <a:solidFill>
                  <a:srgbClr val="1E0E6A"/>
                </a:solidFill>
                <a:latin typeface="Inter"/>
                <a:ea typeface="Inter"/>
                <a:cs typeface="Inter"/>
                <a:sym typeface="Inter"/>
              </a:rPr>
              <a:t>one-time and fragmented</a:t>
            </a:r>
            <a:endParaRPr b="1" sz="1300">
              <a:solidFill>
                <a:srgbClr val="1E0E6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300">
                <a:solidFill>
                  <a:srgbClr val="1E0E6A"/>
                </a:solidFill>
                <a:latin typeface="Inter"/>
                <a:ea typeface="Inter"/>
                <a:cs typeface="Inter"/>
                <a:sym typeface="Inter"/>
              </a:rPr>
              <a:t>5-year</a:t>
            </a:r>
            <a:r>
              <a:rPr lang="en" sz="1300">
                <a:solidFill>
                  <a:srgbClr val="1E0E6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" sz="1300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panel</a:t>
            </a:r>
            <a:r>
              <a:rPr lang="en" sz="1300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 study helps </a:t>
            </a:r>
            <a:r>
              <a:rPr b="1" lang="en" sz="1300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fill the gap</a:t>
            </a:r>
            <a:endParaRPr b="1" sz="1300">
              <a:solidFill>
                <a:srgbClr val="1A233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300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Findings not easily accessible</a:t>
            </a:r>
            <a:endParaRPr sz="1300">
              <a:solidFill>
                <a:srgbClr val="1A233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E0E6A"/>
                </a:solidFill>
                <a:latin typeface="Inter"/>
                <a:ea typeface="Inter"/>
                <a:cs typeface="Inter"/>
                <a:sym typeface="Inter"/>
              </a:rPr>
              <a:t>Difficulty identifying needs and targeted support</a:t>
            </a:r>
            <a:endParaRPr b="1" sz="1300">
              <a:solidFill>
                <a:srgbClr val="1E0E6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Refugee movements </a:t>
            </a:r>
            <a:r>
              <a:rPr b="1" lang="en" sz="1300">
                <a:solidFill>
                  <a:srgbClr val="1E0E6A"/>
                </a:solidFill>
                <a:latin typeface="Inter"/>
                <a:ea typeface="Inter"/>
                <a:cs typeface="Inter"/>
                <a:sym typeface="Inter"/>
              </a:rPr>
              <a:t>across borders </a:t>
            </a:r>
            <a:r>
              <a:rPr lang="en" sz="1300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+ settlements </a:t>
            </a:r>
            <a:r>
              <a:rPr b="1" lang="en" sz="1300">
                <a:solidFill>
                  <a:srgbClr val="1E0E6A"/>
                </a:solidFill>
                <a:latin typeface="Inter"/>
                <a:ea typeface="Inter"/>
                <a:cs typeface="Inter"/>
                <a:sym typeface="Inter"/>
              </a:rPr>
              <a:t>over time</a:t>
            </a:r>
            <a:endParaRPr b="1" sz="1300">
              <a:solidFill>
                <a:srgbClr val="1E0E6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Hard to identify </a:t>
            </a:r>
            <a:r>
              <a:rPr b="1" lang="en" sz="1300">
                <a:solidFill>
                  <a:srgbClr val="1E0E6A"/>
                </a:solidFill>
                <a:latin typeface="Inter"/>
                <a:ea typeface="Inter"/>
                <a:cs typeface="Inter"/>
                <a:sym typeface="Inter"/>
              </a:rPr>
              <a:t>need clusters</a:t>
            </a:r>
            <a:r>
              <a:rPr b="1" lang="en" sz="1300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 and</a:t>
            </a:r>
            <a:r>
              <a:rPr b="1" lang="en" sz="1300">
                <a:solidFill>
                  <a:srgbClr val="1E0E6A"/>
                </a:solidFill>
                <a:latin typeface="Inter"/>
                <a:ea typeface="Inter"/>
                <a:cs typeface="Inter"/>
                <a:sym typeface="Inter"/>
              </a:rPr>
              <a:t> target support</a:t>
            </a:r>
            <a:endParaRPr b="1" sz="1300">
              <a:solidFill>
                <a:srgbClr val="1A233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dd2d788c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3dd2d788c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Fuguan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Panel study tracking 2,600 Syrian refugee households over 5 years — rare longitudinal depth for this population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5 waves of data collection, one per year from 2020–2024, letting us see how lives actually change over time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Outcomes span nearly every dimension of household wellbeing: employment, fertility, marriage, consumption, physical health, mental health, and intentions to return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Data was originally in Stata — access challenges delayed delivery by several weeks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CSV format arrived in weeks 6–7, which opened the door for the approach I'll describe next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d5a418723f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3d5a418723f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Fuguan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Weeks 1–3: Onboarding, team alignment, and early attempts to access the data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Weeks 4–6: Hit significant friction with Stata — couldn't get reliable access to run analyses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Weeks 6–7: CSV delivered — pivoted immediately to Claude Code, which let us move fast despite the delay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Weeks 8–12: Compressed the full analysis and dashboard build into roughly 5 weeks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Key takeaway: a 6-week data delay didn't derail the project — the pivot to CSV + Claude Code recovered the timeline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Next few slides will be three out of 6 dashboards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3dd2d788c7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3dd2d788c7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Fuguan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Happiness is moderate but not strong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- 67% somewhat happy, only 12% very happy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Matters: programs are stabilizing people, not improving their lives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Rec: add a question that separates "coping" from "doing well"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Depression improved early 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Scores fell 11.8 → 9.7 (2020–2021), below the at-risk threshold of 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Matters: no data after 2021 — we don't know if it held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Rec: bring back this measure in later waves and tie it to who kept vs. lost support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Sleep is getting worse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"Very good" sleep dropped from 16% to 6%; poor quality rising across the board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Matters: bad sleep predicts worse mental health, work, and child outcomes down the 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Rec: look at housing and financial stress as root causes — cross-check against employment data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d5a418723f_0_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3d5a418723f_0_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Hanning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Employment &amp; Workforce Participation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/>
              <a:t>Childcare and Health as Primary Barriers</a:t>
            </a:r>
            <a:r>
              <a:rPr lang="en"/>
              <a:t>: Caregiving responsibilities and sickness remain the leading factors preventing workforce participation.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Dominance of</a:t>
            </a:r>
            <a:r>
              <a:rPr b="1" lang="en"/>
              <a:t> Full-Time</a:t>
            </a:r>
            <a:r>
              <a:rPr lang="en"/>
              <a:t> Employment: Among active workers in 2024, full-time roles are the most common pattern, significantly outpacing seasonal work.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 "Discouraged Worker" Gap: A notable portion of the population is not participating because they believe no jobs are available or they lack specific qualifications.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Economic Sentiment &amp; Financial Activity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/>
              <a:t>Optimism Amidst Uncertainty</a:t>
            </a:r>
            <a:r>
              <a:rPr lang="en"/>
              <a:t>: In 2020, more respondents expected their economic situation to improve than those who expected it to worsen.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Low Penetration of Loan Applications: Only about 26% of the surveyed population applied for loans in 2024, suggesting limited engagement with formal credit.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Regulatory Awareness &amp; Work Permits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Critical Gaps in </a:t>
            </a:r>
            <a:r>
              <a:rPr b="1" lang="en"/>
              <a:t>Work Permit Literacy</a:t>
            </a:r>
            <a:r>
              <a:rPr lang="en"/>
              <a:t>: While a majority of respondents do not have a work permit, a significant portion of that group is also unaware of the regulations surrounding them.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 Awareness-Status Paradox: Only 5.03% of the total respondents both possess a work permit and are aware of the relevant regulations.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High-Level Summary Titles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2024 Economic Snapshot: Employment Stability vs. Regulatory Barriers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Barriers to Entry: Analyzing Workforce Non-Participation and Permit Awareness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Financial Inclusion and Labor Trends: A Multi-Year Comparative Study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d5a418723f_0_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3d5a418723f_0_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Ruben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2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Data on Food security tells us that </a:t>
            </a:r>
            <a:r>
              <a:rPr b="1" lang="en" sz="12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Refugees</a:t>
            </a:r>
            <a:r>
              <a:rPr b="1" lang="en" sz="12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 are adapting to hunger.</a:t>
            </a:r>
            <a:endParaRPr b="1" sz="1200">
              <a:solidFill>
                <a:srgbClr val="19191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2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In 2024, </a:t>
            </a:r>
            <a:r>
              <a:rPr b="1" lang="en" sz="12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1 in 3</a:t>
            </a:r>
            <a:r>
              <a:rPr lang="en" sz="12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 households </a:t>
            </a:r>
            <a:r>
              <a:rPr b="1" lang="en" sz="12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ran out of food </a:t>
            </a:r>
            <a:r>
              <a:rPr lang="en" sz="12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each week</a:t>
            </a:r>
            <a:endParaRPr sz="1200">
              <a:solidFill>
                <a:srgbClr val="19191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How are households adapting?</a:t>
            </a:r>
            <a:r>
              <a:rPr b="1" lang="en" sz="12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1" sz="1200">
              <a:solidFill>
                <a:srgbClr val="19191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Inter"/>
              <a:buChar char="○"/>
            </a:pPr>
            <a:r>
              <a:rPr b="1" lang="en" sz="12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They</a:t>
            </a:r>
            <a:r>
              <a:rPr lang="en" sz="12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" sz="12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are</a:t>
            </a:r>
            <a:r>
              <a:rPr lang="en" sz="12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" sz="12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rationing</a:t>
            </a:r>
            <a:r>
              <a:rPr lang="en" sz="12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 by </a:t>
            </a:r>
            <a:r>
              <a:rPr b="1" lang="en" sz="12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Portioning and Cutting Meals about</a:t>
            </a:r>
            <a:r>
              <a:rPr lang="en" sz="12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" sz="12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2x per week</a:t>
            </a:r>
            <a:endParaRPr sz="1200">
              <a:solidFill>
                <a:srgbClr val="19191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2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Who is affected? </a:t>
            </a:r>
            <a:r>
              <a:rPr lang="en" sz="12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Children</a:t>
            </a:r>
            <a:r>
              <a:rPr lang="en" sz="12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r>
              <a:rPr b="1" lang="en" sz="12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 While </a:t>
            </a:r>
            <a:r>
              <a:rPr b="1" lang="en" sz="12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Child hunger</a:t>
            </a:r>
            <a:r>
              <a:rPr lang="en" sz="12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 is </a:t>
            </a:r>
            <a:r>
              <a:rPr b="1" lang="en" sz="12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minimized </a:t>
            </a:r>
            <a:r>
              <a:rPr lang="en" sz="12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it’s not absent. </a:t>
            </a:r>
            <a:endParaRPr sz="1200">
              <a:solidFill>
                <a:srgbClr val="19191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2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20% of children go atleast 1 day without food on a weekly basis. </a:t>
            </a:r>
            <a:endParaRPr b="1" sz="1200">
              <a:solidFill>
                <a:srgbClr val="19191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Inter"/>
              <a:buChar char="●"/>
            </a:pPr>
            <a:r>
              <a:rPr b="1" lang="en" sz="12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Adults also experience food insecurity. Where nearly 30% of adults go without food on a weekly basis.</a:t>
            </a:r>
            <a:endParaRPr b="1" sz="1200">
              <a:solidFill>
                <a:srgbClr val="19191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Inter"/>
              <a:buChar char="●"/>
            </a:pPr>
            <a:r>
              <a:rPr b="1" lang="en" sz="12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The truth is th</a:t>
            </a:r>
            <a:r>
              <a:rPr b="1"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at Syrian refugees are managing scarcity not escaping it.</a:t>
            </a:r>
            <a:endParaRPr b="1" sz="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Inter"/>
              <a:buChar char="●"/>
            </a:pPr>
            <a:r>
              <a:rPr b="1"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Policy interventions </a:t>
            </a: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must prioritize </a:t>
            </a:r>
            <a:r>
              <a:rPr b="1"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sustained, reliable food access.</a:t>
            </a:r>
            <a:endParaRPr b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dd2d788c7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3dd2d788c7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Ruben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</a:rPr>
              <a:t>In summary, what we are seeing is that refugees are living in instability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22222"/>
                </a:solidFill>
              </a:rPr>
              <a:t>Mental health data showed us that </a:t>
            </a:r>
            <a:endParaRPr b="1">
              <a:solidFill>
                <a:srgbClr val="22222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Char char="-"/>
            </a:pPr>
            <a:r>
              <a:rPr lang="en">
                <a:solidFill>
                  <a:srgbClr val="222222"/>
                </a:solidFill>
              </a:rPr>
              <a:t>well-being is plateauing. </a:t>
            </a:r>
            <a:endParaRPr>
              <a:solidFill>
                <a:srgbClr val="22222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Char char="-"/>
            </a:pPr>
            <a:r>
              <a:rPr lang="en">
                <a:solidFill>
                  <a:srgbClr val="222222"/>
                </a:solidFill>
              </a:rPr>
              <a:t>We are seeing that sleep is worsening and happiness is flat.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22222"/>
                </a:solidFill>
              </a:rPr>
              <a:t>Data on Economics tells us that </a:t>
            </a:r>
            <a:endParaRPr b="1">
              <a:solidFill>
                <a:srgbClr val="22222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Char char="-"/>
            </a:pPr>
            <a:r>
              <a:rPr lang="en">
                <a:solidFill>
                  <a:srgbClr val="222222"/>
                </a:solidFill>
              </a:rPr>
              <a:t>work is out of reach. </a:t>
            </a:r>
            <a:endParaRPr>
              <a:solidFill>
                <a:srgbClr val="22222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Char char="-"/>
            </a:pPr>
            <a:r>
              <a:rPr lang="en">
                <a:solidFill>
                  <a:srgbClr val="222222"/>
                </a:solidFill>
              </a:rPr>
              <a:t>Where caregiving, illness and lack of permits are stifling employment opportunities. 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</a:rPr>
              <a:t>And lastly, </a:t>
            </a:r>
            <a:r>
              <a:rPr b="1" lang="en">
                <a:solidFill>
                  <a:srgbClr val="222222"/>
                </a:solidFill>
              </a:rPr>
              <a:t>data on Food security tells us that </a:t>
            </a:r>
            <a:endParaRPr b="1">
              <a:solidFill>
                <a:srgbClr val="22222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Char char="-"/>
            </a:pPr>
            <a:r>
              <a:rPr lang="en">
                <a:solidFill>
                  <a:srgbClr val="222222"/>
                </a:solidFill>
              </a:rPr>
              <a:t>Hunger is being normalized. </a:t>
            </a:r>
            <a:endParaRPr>
              <a:solidFill>
                <a:srgbClr val="22222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Char char="-"/>
            </a:pPr>
            <a:r>
              <a:rPr lang="en">
                <a:solidFill>
                  <a:srgbClr val="222222"/>
                </a:solidFill>
              </a:rPr>
              <a:t>Where children and adults reguarly go at least one day without food.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</a:rPr>
              <a:t>The impact? </a:t>
            </a:r>
            <a:endParaRPr>
              <a:solidFill>
                <a:srgbClr val="22222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Char char="-"/>
            </a:pPr>
            <a:r>
              <a:rPr lang="en">
                <a:solidFill>
                  <a:srgbClr val="222222"/>
                </a:solidFill>
              </a:rPr>
              <a:t>WE see that Households are managing survival but lack clear pathways to sustained recovery.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22222"/>
                </a:solidFill>
              </a:rPr>
              <a:t>There is a change that’s </a:t>
            </a:r>
            <a:r>
              <a:rPr b="1" lang="en">
                <a:solidFill>
                  <a:srgbClr val="222222"/>
                </a:solidFill>
              </a:rPr>
              <a:t>occurring as we speak</a:t>
            </a:r>
            <a:r>
              <a:rPr b="1" lang="en">
                <a:solidFill>
                  <a:srgbClr val="222222"/>
                </a:solidFill>
              </a:rPr>
              <a:t>. </a:t>
            </a:r>
            <a:endParaRPr b="1">
              <a:solidFill>
                <a:srgbClr val="22222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Char char="-"/>
            </a:pPr>
            <a:r>
              <a:rPr lang="en">
                <a:solidFill>
                  <a:srgbClr val="222222"/>
                </a:solidFill>
              </a:rPr>
              <a:t>Refugees are </a:t>
            </a:r>
            <a:r>
              <a:rPr lang="en">
                <a:solidFill>
                  <a:srgbClr val="222222"/>
                </a:solidFill>
              </a:rPr>
              <a:t>returning</a:t>
            </a:r>
            <a:r>
              <a:rPr lang="en">
                <a:solidFill>
                  <a:srgbClr val="222222"/>
                </a:solidFill>
              </a:rPr>
              <a:t> to Syria after the authoritarian president Bashar al-Assad fled the country, </a:t>
            </a:r>
            <a:endParaRPr>
              <a:solidFill>
                <a:srgbClr val="22222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Char char="-"/>
            </a:pPr>
            <a:r>
              <a:rPr lang="en">
                <a:solidFill>
                  <a:srgbClr val="222222"/>
                </a:solidFill>
              </a:rPr>
              <a:t>Now more syrians are </a:t>
            </a:r>
            <a:r>
              <a:rPr lang="en">
                <a:solidFill>
                  <a:srgbClr val="222222"/>
                </a:solidFill>
              </a:rPr>
              <a:t>centralized</a:t>
            </a:r>
            <a:r>
              <a:rPr lang="en">
                <a:solidFill>
                  <a:srgbClr val="222222"/>
                </a:solidFill>
              </a:rPr>
              <a:t> making it slightly easier to </a:t>
            </a:r>
            <a:r>
              <a:rPr lang="en">
                <a:solidFill>
                  <a:srgbClr val="222222"/>
                </a:solidFill>
              </a:rPr>
              <a:t>research this population. </a:t>
            </a:r>
            <a:endParaRPr>
              <a:solidFill>
                <a:srgbClr val="22222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Char char="-"/>
            </a:pPr>
            <a:r>
              <a:rPr lang="en">
                <a:solidFill>
                  <a:srgbClr val="222222"/>
                </a:solidFill>
              </a:rPr>
              <a:t>CEGA will use the 6 dashboards that we built to raise funding for future research in aid of this population. </a:t>
            </a:r>
            <a:endParaRPr>
              <a:solidFill>
                <a:srgbClr val="222222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d9bf82bac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3d9bf82bac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Ruben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happens next? We will be off-boarding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We will transition assets to CEGA delivering dashboards to be integrated onto the CEGA website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We will share reproducible data pipelines. Standardizing Python cleaning workflows as well as Stata to CSV conversions.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Lasty, our documentation will provide details for easy integration to the data hosting platform Harvard Data Verse and for ongoing annual research studies.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dd2d788c7f_0_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3dd2d788c7f_0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Thank you to Prof Kaleve, our partners at CEGA, Prof Miguel, Prof Emily, Yazen, Paula, and Mansi.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3d70a57ae6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3d70a57ae6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3dd2d788c7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3dd2d788c7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remains? Limitations and future directions.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311225" y="1894150"/>
            <a:ext cx="5119500" cy="223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311225" y="4128200"/>
            <a:ext cx="51195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713225" y="-596600"/>
            <a:ext cx="7417450" cy="6336700"/>
            <a:chOff x="713225" y="-596600"/>
            <a:chExt cx="7417450" cy="6336700"/>
          </a:xfrm>
        </p:grpSpPr>
        <p:sp>
          <p:nvSpPr>
            <p:cNvPr id="13" name="Google Shape;13;p2"/>
            <p:cNvSpPr/>
            <p:nvPr/>
          </p:nvSpPr>
          <p:spPr>
            <a:xfrm>
              <a:off x="6994575" y="-5966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713225" y="46040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1588575" y="2625825"/>
            <a:ext cx="2808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hasCustomPrompt="1" idx="2" type="title"/>
          </p:nvPr>
        </p:nvSpPr>
        <p:spPr>
          <a:xfrm>
            <a:off x="1588575" y="1675875"/>
            <a:ext cx="1288800" cy="1096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8" name="Google Shape;18;p3"/>
          <p:cNvGrpSpPr/>
          <p:nvPr/>
        </p:nvGrpSpPr>
        <p:grpSpPr>
          <a:xfrm flipH="1">
            <a:off x="713225" y="-596600"/>
            <a:ext cx="7417450" cy="6336700"/>
            <a:chOff x="713225" y="-596600"/>
            <a:chExt cx="7417450" cy="6336700"/>
          </a:xfrm>
        </p:grpSpPr>
        <p:sp>
          <p:nvSpPr>
            <p:cNvPr id="19" name="Google Shape;19;p3"/>
            <p:cNvSpPr/>
            <p:nvPr/>
          </p:nvSpPr>
          <p:spPr>
            <a:xfrm>
              <a:off x="6994575" y="-5966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20" name="Google Shape;20;p3"/>
            <p:cNvSpPr/>
            <p:nvPr/>
          </p:nvSpPr>
          <p:spPr>
            <a:xfrm rot="10800000">
              <a:off x="713225" y="46040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21" name="Google Shape;21;p3"/>
          <p:cNvSpPr/>
          <p:nvPr>
            <p:ph idx="3" type="pic"/>
          </p:nvPr>
        </p:nvSpPr>
        <p:spPr>
          <a:xfrm>
            <a:off x="4771725" y="560550"/>
            <a:ext cx="2783700" cy="4022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0000" y="1139551"/>
            <a:ext cx="77040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6" name="Google Shape;26;p4"/>
          <p:cNvSpPr/>
          <p:nvPr/>
        </p:nvSpPr>
        <p:spPr>
          <a:xfrm flipH="1" rot="10800000">
            <a:off x="7795325" y="46040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grpSp>
        <p:nvGrpSpPr>
          <p:cNvPr id="27" name="Google Shape;27;p4"/>
          <p:cNvGrpSpPr/>
          <p:nvPr/>
        </p:nvGrpSpPr>
        <p:grpSpPr>
          <a:xfrm>
            <a:off x="7945725" y="-1952125"/>
            <a:ext cx="2032725" cy="3687110"/>
            <a:chOff x="7945725" y="-1952125"/>
            <a:chExt cx="2032725" cy="3687110"/>
          </a:xfrm>
        </p:grpSpPr>
        <p:sp>
          <p:nvSpPr>
            <p:cNvPr id="28" name="Google Shape;28;p4"/>
            <p:cNvSpPr/>
            <p:nvPr/>
          </p:nvSpPr>
          <p:spPr>
            <a:xfrm flipH="1" rot="-5400000">
              <a:off x="7144125" y="-115052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29" name="Google Shape;29;p4"/>
            <p:cNvSpPr/>
            <p:nvPr/>
          </p:nvSpPr>
          <p:spPr>
            <a:xfrm flipH="1" rot="-5400000">
              <a:off x="7877850" y="-36561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subTitle"/>
          </p:nvPr>
        </p:nvSpPr>
        <p:spPr>
          <a:xfrm>
            <a:off x="5017188" y="2215225"/>
            <a:ext cx="2695800" cy="17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2" type="subTitle"/>
          </p:nvPr>
        </p:nvSpPr>
        <p:spPr>
          <a:xfrm>
            <a:off x="1431012" y="2215231"/>
            <a:ext cx="2695800" cy="17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3" type="subTitle"/>
          </p:nvPr>
        </p:nvSpPr>
        <p:spPr>
          <a:xfrm>
            <a:off x="1431000" y="1616875"/>
            <a:ext cx="2695800" cy="48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36" name="Google Shape;36;p5"/>
          <p:cNvSpPr txBox="1"/>
          <p:nvPr>
            <p:ph idx="4" type="subTitle"/>
          </p:nvPr>
        </p:nvSpPr>
        <p:spPr>
          <a:xfrm>
            <a:off x="5017175" y="1616875"/>
            <a:ext cx="2695800" cy="48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grpSp>
        <p:nvGrpSpPr>
          <p:cNvPr id="37" name="Google Shape;37;p5"/>
          <p:cNvGrpSpPr/>
          <p:nvPr/>
        </p:nvGrpSpPr>
        <p:grpSpPr>
          <a:xfrm>
            <a:off x="6370575" y="3485931"/>
            <a:ext cx="5495325" cy="2657269"/>
            <a:chOff x="-3615625" y="539506"/>
            <a:chExt cx="5495325" cy="2657269"/>
          </a:xfrm>
        </p:grpSpPr>
        <p:sp>
          <p:nvSpPr>
            <p:cNvPr id="38" name="Google Shape;38;p5"/>
            <p:cNvSpPr/>
            <p:nvPr/>
          </p:nvSpPr>
          <p:spPr>
            <a:xfrm>
              <a:off x="-2044900" y="539506"/>
              <a:ext cx="39246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39" name="Google Shape;39;p5"/>
            <p:cNvSpPr/>
            <p:nvPr/>
          </p:nvSpPr>
          <p:spPr>
            <a:xfrm>
              <a:off x="-3615625" y="1465175"/>
              <a:ext cx="49191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grpSp>
        <p:nvGrpSpPr>
          <p:cNvPr id="40" name="Google Shape;40;p5"/>
          <p:cNvGrpSpPr/>
          <p:nvPr/>
        </p:nvGrpSpPr>
        <p:grpSpPr>
          <a:xfrm>
            <a:off x="713225" y="-596600"/>
            <a:ext cx="7417450" cy="6336700"/>
            <a:chOff x="713225" y="-596600"/>
            <a:chExt cx="7417450" cy="6336700"/>
          </a:xfrm>
        </p:grpSpPr>
        <p:sp>
          <p:nvSpPr>
            <p:cNvPr id="41" name="Google Shape;41;p5"/>
            <p:cNvSpPr/>
            <p:nvPr/>
          </p:nvSpPr>
          <p:spPr>
            <a:xfrm>
              <a:off x="6994575" y="-5966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42" name="Google Shape;42;p5"/>
            <p:cNvSpPr/>
            <p:nvPr/>
          </p:nvSpPr>
          <p:spPr>
            <a:xfrm rot="10800000">
              <a:off x="713225" y="46040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" name="Google Shape;46;p6"/>
          <p:cNvSpPr/>
          <p:nvPr/>
        </p:nvSpPr>
        <p:spPr>
          <a:xfrm flipH="1" rot="10800000">
            <a:off x="145175" y="46040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grpSp>
        <p:nvGrpSpPr>
          <p:cNvPr id="47" name="Google Shape;47;p6"/>
          <p:cNvGrpSpPr/>
          <p:nvPr/>
        </p:nvGrpSpPr>
        <p:grpSpPr>
          <a:xfrm>
            <a:off x="7945725" y="-1952125"/>
            <a:ext cx="2032725" cy="3687110"/>
            <a:chOff x="7945725" y="-1952125"/>
            <a:chExt cx="2032725" cy="3687110"/>
          </a:xfrm>
        </p:grpSpPr>
        <p:sp>
          <p:nvSpPr>
            <p:cNvPr id="48" name="Google Shape;48;p6"/>
            <p:cNvSpPr/>
            <p:nvPr/>
          </p:nvSpPr>
          <p:spPr>
            <a:xfrm flipH="1" rot="-5400000">
              <a:off x="7144125" y="-115052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49" name="Google Shape;49;p6"/>
            <p:cNvSpPr/>
            <p:nvPr/>
          </p:nvSpPr>
          <p:spPr>
            <a:xfrm flipH="1" rot="-5400000">
              <a:off x="7877850" y="-36561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/>
          <p:nvPr>
            <p:ph type="title"/>
          </p:nvPr>
        </p:nvSpPr>
        <p:spPr>
          <a:xfrm>
            <a:off x="3922100" y="701132"/>
            <a:ext cx="4294800" cy="105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" type="subTitle"/>
          </p:nvPr>
        </p:nvSpPr>
        <p:spPr>
          <a:xfrm>
            <a:off x="3922100" y="1815856"/>
            <a:ext cx="4294800" cy="26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Char char="■"/>
              <a:defRPr/>
            </a:lvl9pPr>
          </a:lstStyle>
          <a:p/>
        </p:txBody>
      </p:sp>
      <p:sp>
        <p:nvSpPr>
          <p:cNvPr id="54" name="Google Shape;54;p7"/>
          <p:cNvSpPr/>
          <p:nvPr>
            <p:ph idx="2" type="pic"/>
          </p:nvPr>
        </p:nvSpPr>
        <p:spPr>
          <a:xfrm>
            <a:off x="927100" y="560550"/>
            <a:ext cx="2783700" cy="4022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5" name="Google Shape;55;p7"/>
          <p:cNvSpPr/>
          <p:nvPr/>
        </p:nvSpPr>
        <p:spPr>
          <a:xfrm rot="10800000">
            <a:off x="7862725" y="46040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grpSp>
        <p:nvGrpSpPr>
          <p:cNvPr id="56" name="Google Shape;56;p7"/>
          <p:cNvGrpSpPr/>
          <p:nvPr/>
        </p:nvGrpSpPr>
        <p:grpSpPr>
          <a:xfrm>
            <a:off x="-725697" y="-633047"/>
            <a:ext cx="2877844" cy="7440475"/>
            <a:chOff x="-725697" y="-633047"/>
            <a:chExt cx="2877844" cy="7440475"/>
          </a:xfrm>
        </p:grpSpPr>
        <p:sp>
          <p:nvSpPr>
            <p:cNvPr id="57" name="Google Shape;57;p7"/>
            <p:cNvSpPr/>
            <p:nvPr/>
          </p:nvSpPr>
          <p:spPr>
            <a:xfrm rot="-5400000">
              <a:off x="-1822197" y="463453"/>
              <a:ext cx="39246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58" name="Google Shape;58;p7"/>
            <p:cNvSpPr/>
            <p:nvPr/>
          </p:nvSpPr>
          <p:spPr>
            <a:xfrm rot="-5400000">
              <a:off x="-1173203" y="3482078"/>
              <a:ext cx="49191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59" name="Google Shape;59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2" name="Google Shape;62;p8"/>
          <p:cNvSpPr/>
          <p:nvPr/>
        </p:nvSpPr>
        <p:spPr>
          <a:xfrm flipH="1" rot="10800000">
            <a:off x="7795325" y="46040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grpSp>
        <p:nvGrpSpPr>
          <p:cNvPr id="63" name="Google Shape;63;p8"/>
          <p:cNvGrpSpPr/>
          <p:nvPr/>
        </p:nvGrpSpPr>
        <p:grpSpPr>
          <a:xfrm>
            <a:off x="7945725" y="-1952125"/>
            <a:ext cx="2032725" cy="3687110"/>
            <a:chOff x="7945725" y="-1952125"/>
            <a:chExt cx="2032725" cy="3687110"/>
          </a:xfrm>
        </p:grpSpPr>
        <p:sp>
          <p:nvSpPr>
            <p:cNvPr id="64" name="Google Shape;64;p8"/>
            <p:cNvSpPr/>
            <p:nvPr/>
          </p:nvSpPr>
          <p:spPr>
            <a:xfrm flipH="1" rot="-5400000">
              <a:off x="7144125" y="-115052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65" name="Google Shape;65;p8"/>
            <p:cNvSpPr/>
            <p:nvPr/>
          </p:nvSpPr>
          <p:spPr>
            <a:xfrm flipH="1" rot="-5400000">
              <a:off x="7877850" y="-36561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66" name="Google Shape;66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70" name="Google Shape;70;p9"/>
          <p:cNvGrpSpPr/>
          <p:nvPr/>
        </p:nvGrpSpPr>
        <p:grpSpPr>
          <a:xfrm>
            <a:off x="2534225" y="4402100"/>
            <a:ext cx="5431958" cy="2043145"/>
            <a:chOff x="2534225" y="4402100"/>
            <a:chExt cx="5431958" cy="2043145"/>
          </a:xfrm>
        </p:grpSpPr>
        <p:sp>
          <p:nvSpPr>
            <p:cNvPr id="71" name="Google Shape;71;p9"/>
            <p:cNvSpPr/>
            <p:nvPr/>
          </p:nvSpPr>
          <p:spPr>
            <a:xfrm>
              <a:off x="2534225" y="4402100"/>
              <a:ext cx="3123600" cy="1506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72" name="Google Shape;72;p9"/>
            <p:cNvSpPr/>
            <p:nvPr/>
          </p:nvSpPr>
          <p:spPr>
            <a:xfrm>
              <a:off x="4051183" y="4713645"/>
              <a:ext cx="39150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73" name="Google Shape;73;p9"/>
          <p:cNvSpPr/>
          <p:nvPr/>
        </p:nvSpPr>
        <p:spPr>
          <a:xfrm>
            <a:off x="7581975" y="-5966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74" name="Google Shape;74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/>
          <p:nvPr>
            <p:ph idx="2" type="pic"/>
          </p:nvPr>
        </p:nvSpPr>
        <p:spPr>
          <a:xfrm>
            <a:off x="0" y="-14875"/>
            <a:ext cx="9144000" cy="5158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0"/>
          <p:cNvSpPr txBox="1"/>
          <p:nvPr>
            <p:ph type="title"/>
          </p:nvPr>
        </p:nvSpPr>
        <p:spPr>
          <a:xfrm>
            <a:off x="713225" y="3937000"/>
            <a:ext cx="3574200" cy="6501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 txBox="1"/>
          <p:nvPr>
            <p:ph hasCustomPrompt="1" type="title"/>
          </p:nvPr>
        </p:nvSpPr>
        <p:spPr>
          <a:xfrm>
            <a:off x="3202500" y="1800550"/>
            <a:ext cx="2739000" cy="117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1" name="Google Shape;81;p11"/>
          <p:cNvSpPr txBox="1"/>
          <p:nvPr>
            <p:ph idx="1" type="subTitle"/>
          </p:nvPr>
        </p:nvSpPr>
        <p:spPr>
          <a:xfrm>
            <a:off x="3202500" y="2980125"/>
            <a:ext cx="2739000" cy="6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82" name="Google Shape;82;p11"/>
          <p:cNvGrpSpPr/>
          <p:nvPr/>
        </p:nvGrpSpPr>
        <p:grpSpPr>
          <a:xfrm>
            <a:off x="-3615625" y="-663669"/>
            <a:ext cx="6979225" cy="2657269"/>
            <a:chOff x="-3615625" y="539506"/>
            <a:chExt cx="6979225" cy="2657269"/>
          </a:xfrm>
        </p:grpSpPr>
        <p:sp>
          <p:nvSpPr>
            <p:cNvPr id="83" name="Google Shape;83;p11"/>
            <p:cNvSpPr/>
            <p:nvPr/>
          </p:nvSpPr>
          <p:spPr>
            <a:xfrm>
              <a:off x="-561000" y="539506"/>
              <a:ext cx="39246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84" name="Google Shape;84;p11"/>
            <p:cNvSpPr/>
            <p:nvPr/>
          </p:nvSpPr>
          <p:spPr>
            <a:xfrm>
              <a:off x="-3615625" y="1465175"/>
              <a:ext cx="49191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grpSp>
        <p:nvGrpSpPr>
          <p:cNvPr id="85" name="Google Shape;85;p11"/>
          <p:cNvGrpSpPr/>
          <p:nvPr/>
        </p:nvGrpSpPr>
        <p:grpSpPr>
          <a:xfrm>
            <a:off x="713225" y="-596600"/>
            <a:ext cx="7417450" cy="6336700"/>
            <a:chOff x="713225" y="-596600"/>
            <a:chExt cx="7417450" cy="6336700"/>
          </a:xfrm>
        </p:grpSpPr>
        <p:sp>
          <p:nvSpPr>
            <p:cNvPr id="86" name="Google Shape;86;p11"/>
            <p:cNvSpPr/>
            <p:nvPr/>
          </p:nvSpPr>
          <p:spPr>
            <a:xfrm>
              <a:off x="6994575" y="-5966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 rot="10800000">
              <a:off x="713225" y="46040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88" name="Google Shape;88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hasCustomPrompt="1" idx="2" type="title"/>
          </p:nvPr>
        </p:nvSpPr>
        <p:spPr>
          <a:xfrm>
            <a:off x="713225" y="155839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/>
          <p:nvPr>
            <p:ph hasCustomPrompt="1" idx="3" type="title"/>
          </p:nvPr>
        </p:nvSpPr>
        <p:spPr>
          <a:xfrm>
            <a:off x="713225" y="289275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/>
          <p:nvPr>
            <p:ph hasCustomPrompt="1" idx="4" type="title"/>
          </p:nvPr>
        </p:nvSpPr>
        <p:spPr>
          <a:xfrm>
            <a:off x="3412500" y="155839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6" name="Google Shape;96;p13"/>
          <p:cNvSpPr txBox="1"/>
          <p:nvPr>
            <p:ph hasCustomPrompt="1" idx="5" type="title"/>
          </p:nvPr>
        </p:nvSpPr>
        <p:spPr>
          <a:xfrm>
            <a:off x="3412500" y="289275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" name="Google Shape;97;p13"/>
          <p:cNvSpPr txBox="1"/>
          <p:nvPr>
            <p:ph hasCustomPrompt="1" idx="6" type="title"/>
          </p:nvPr>
        </p:nvSpPr>
        <p:spPr>
          <a:xfrm>
            <a:off x="6111775" y="155839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" name="Google Shape;98;p13"/>
          <p:cNvSpPr txBox="1"/>
          <p:nvPr>
            <p:ph hasCustomPrompt="1" idx="7" type="title"/>
          </p:nvPr>
        </p:nvSpPr>
        <p:spPr>
          <a:xfrm>
            <a:off x="6111775" y="289275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9" name="Google Shape;99;p13"/>
          <p:cNvSpPr txBox="1"/>
          <p:nvPr>
            <p:ph idx="1" type="subTitle"/>
          </p:nvPr>
        </p:nvSpPr>
        <p:spPr>
          <a:xfrm>
            <a:off x="720000" y="2131050"/>
            <a:ext cx="2305500" cy="4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00" name="Google Shape;100;p13"/>
          <p:cNvSpPr txBox="1"/>
          <p:nvPr>
            <p:ph idx="8" type="subTitle"/>
          </p:nvPr>
        </p:nvSpPr>
        <p:spPr>
          <a:xfrm>
            <a:off x="3419275" y="2131050"/>
            <a:ext cx="2305500" cy="4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01" name="Google Shape;101;p13"/>
          <p:cNvSpPr txBox="1"/>
          <p:nvPr>
            <p:ph idx="9" type="subTitle"/>
          </p:nvPr>
        </p:nvSpPr>
        <p:spPr>
          <a:xfrm>
            <a:off x="6118550" y="2131050"/>
            <a:ext cx="2305500" cy="4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02" name="Google Shape;102;p13"/>
          <p:cNvSpPr txBox="1"/>
          <p:nvPr>
            <p:ph idx="13" type="subTitle"/>
          </p:nvPr>
        </p:nvSpPr>
        <p:spPr>
          <a:xfrm>
            <a:off x="720000" y="3465450"/>
            <a:ext cx="2305500" cy="4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03" name="Google Shape;103;p13"/>
          <p:cNvSpPr txBox="1"/>
          <p:nvPr>
            <p:ph idx="14" type="subTitle"/>
          </p:nvPr>
        </p:nvSpPr>
        <p:spPr>
          <a:xfrm>
            <a:off x="3419275" y="3465450"/>
            <a:ext cx="2305500" cy="4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04" name="Google Shape;104;p13"/>
          <p:cNvSpPr txBox="1"/>
          <p:nvPr>
            <p:ph idx="15" type="subTitle"/>
          </p:nvPr>
        </p:nvSpPr>
        <p:spPr>
          <a:xfrm>
            <a:off x="6118550" y="3465450"/>
            <a:ext cx="2305500" cy="4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05" name="Google Shape;105;p13"/>
          <p:cNvSpPr/>
          <p:nvPr/>
        </p:nvSpPr>
        <p:spPr>
          <a:xfrm>
            <a:off x="5480600" y="-5966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grpSp>
        <p:nvGrpSpPr>
          <p:cNvPr id="106" name="Google Shape;106;p13"/>
          <p:cNvGrpSpPr/>
          <p:nvPr/>
        </p:nvGrpSpPr>
        <p:grpSpPr>
          <a:xfrm>
            <a:off x="3280025" y="4383456"/>
            <a:ext cx="6354550" cy="2152700"/>
            <a:chOff x="3280025" y="4383456"/>
            <a:chExt cx="6354550" cy="2152700"/>
          </a:xfrm>
        </p:grpSpPr>
        <p:sp>
          <p:nvSpPr>
            <p:cNvPr id="107" name="Google Shape;107;p13"/>
            <p:cNvSpPr/>
            <p:nvPr/>
          </p:nvSpPr>
          <p:spPr>
            <a:xfrm>
              <a:off x="5709975" y="4383456"/>
              <a:ext cx="39246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3280025" y="4804556"/>
              <a:ext cx="39246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109" name="Google Shape;109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4"/>
          <p:cNvSpPr txBox="1"/>
          <p:nvPr>
            <p:ph type="title"/>
          </p:nvPr>
        </p:nvSpPr>
        <p:spPr>
          <a:xfrm>
            <a:off x="1727575" y="537275"/>
            <a:ext cx="3021300" cy="48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2" name="Google Shape;112;p14"/>
          <p:cNvSpPr/>
          <p:nvPr/>
        </p:nvSpPr>
        <p:spPr>
          <a:xfrm flipH="1" rot="10800000">
            <a:off x="7795325" y="46040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grpSp>
        <p:nvGrpSpPr>
          <p:cNvPr id="113" name="Google Shape;113;p14"/>
          <p:cNvGrpSpPr/>
          <p:nvPr/>
        </p:nvGrpSpPr>
        <p:grpSpPr>
          <a:xfrm>
            <a:off x="7945725" y="-1952125"/>
            <a:ext cx="2032725" cy="3687110"/>
            <a:chOff x="7945725" y="-1952125"/>
            <a:chExt cx="2032725" cy="3687110"/>
          </a:xfrm>
        </p:grpSpPr>
        <p:sp>
          <p:nvSpPr>
            <p:cNvPr id="114" name="Google Shape;114;p14"/>
            <p:cNvSpPr/>
            <p:nvPr/>
          </p:nvSpPr>
          <p:spPr>
            <a:xfrm flipH="1" rot="-5400000">
              <a:off x="7144125" y="-115052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115" name="Google Shape;115;p14"/>
            <p:cNvSpPr/>
            <p:nvPr/>
          </p:nvSpPr>
          <p:spPr>
            <a:xfrm flipH="1" rot="-5400000">
              <a:off x="7877850" y="-36561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116" name="Google Shape;116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9" name="Google Shape;119;p15"/>
          <p:cNvSpPr/>
          <p:nvPr/>
        </p:nvSpPr>
        <p:spPr>
          <a:xfrm flipH="1" rot="5400000">
            <a:off x="8587200" y="262035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grpSp>
        <p:nvGrpSpPr>
          <p:cNvPr id="120" name="Google Shape;120;p15"/>
          <p:cNvGrpSpPr/>
          <p:nvPr/>
        </p:nvGrpSpPr>
        <p:grpSpPr>
          <a:xfrm rot="10800000">
            <a:off x="-926750" y="3611050"/>
            <a:ext cx="2032725" cy="3687110"/>
            <a:chOff x="7945725" y="-1952125"/>
            <a:chExt cx="2032725" cy="3687110"/>
          </a:xfrm>
        </p:grpSpPr>
        <p:sp>
          <p:nvSpPr>
            <p:cNvPr id="121" name="Google Shape;121;p15"/>
            <p:cNvSpPr/>
            <p:nvPr/>
          </p:nvSpPr>
          <p:spPr>
            <a:xfrm flipH="1" rot="-5400000">
              <a:off x="7144125" y="-115052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122" name="Google Shape;122;p15"/>
            <p:cNvSpPr/>
            <p:nvPr/>
          </p:nvSpPr>
          <p:spPr>
            <a:xfrm flipH="1" rot="-5400000">
              <a:off x="7877850" y="-36561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123" name="Google Shape;123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/>
          <p:nvPr>
            <p:ph type="title"/>
          </p:nvPr>
        </p:nvSpPr>
        <p:spPr>
          <a:xfrm>
            <a:off x="4189750" y="539500"/>
            <a:ext cx="3790200" cy="53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6" name="Google Shape;126;p16"/>
          <p:cNvSpPr txBox="1"/>
          <p:nvPr>
            <p:ph idx="1" type="subTitle"/>
          </p:nvPr>
        </p:nvSpPr>
        <p:spPr>
          <a:xfrm>
            <a:off x="4189750" y="1016800"/>
            <a:ext cx="3790200" cy="10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27" name="Google Shape;127;p16"/>
          <p:cNvSpPr/>
          <p:nvPr>
            <p:ph idx="2" type="pic"/>
          </p:nvPr>
        </p:nvSpPr>
        <p:spPr>
          <a:xfrm>
            <a:off x="3959350" y="2293950"/>
            <a:ext cx="4251000" cy="2368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28" name="Google Shape;128;p16"/>
          <p:cNvSpPr/>
          <p:nvPr>
            <p:ph idx="3" type="pic"/>
          </p:nvPr>
        </p:nvSpPr>
        <p:spPr>
          <a:xfrm>
            <a:off x="933650" y="481350"/>
            <a:ext cx="2831700" cy="418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129" name="Google Shape;129;p16"/>
          <p:cNvGrpSpPr/>
          <p:nvPr/>
        </p:nvGrpSpPr>
        <p:grpSpPr>
          <a:xfrm>
            <a:off x="-4477925" y="-1395544"/>
            <a:ext cx="6979225" cy="2657269"/>
            <a:chOff x="-3615625" y="539506"/>
            <a:chExt cx="6979225" cy="2657269"/>
          </a:xfrm>
        </p:grpSpPr>
        <p:sp>
          <p:nvSpPr>
            <p:cNvPr id="130" name="Google Shape;130;p16"/>
            <p:cNvSpPr/>
            <p:nvPr/>
          </p:nvSpPr>
          <p:spPr>
            <a:xfrm>
              <a:off x="-561000" y="539506"/>
              <a:ext cx="39246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131" name="Google Shape;131;p16"/>
            <p:cNvSpPr/>
            <p:nvPr/>
          </p:nvSpPr>
          <p:spPr>
            <a:xfrm>
              <a:off x="-3615625" y="1465175"/>
              <a:ext cx="49191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grpSp>
        <p:nvGrpSpPr>
          <p:cNvPr id="132" name="Google Shape;132;p16"/>
          <p:cNvGrpSpPr/>
          <p:nvPr/>
        </p:nvGrpSpPr>
        <p:grpSpPr>
          <a:xfrm>
            <a:off x="713225" y="-596600"/>
            <a:ext cx="7417450" cy="6336700"/>
            <a:chOff x="713225" y="-596600"/>
            <a:chExt cx="7417450" cy="6336700"/>
          </a:xfrm>
        </p:grpSpPr>
        <p:sp>
          <p:nvSpPr>
            <p:cNvPr id="133" name="Google Shape;133;p16"/>
            <p:cNvSpPr/>
            <p:nvPr/>
          </p:nvSpPr>
          <p:spPr>
            <a:xfrm>
              <a:off x="6994575" y="-5966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134" name="Google Shape;134;p16"/>
            <p:cNvSpPr/>
            <p:nvPr/>
          </p:nvSpPr>
          <p:spPr>
            <a:xfrm rot="10800000">
              <a:off x="713225" y="46040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135" name="Google Shape;135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 txBox="1"/>
          <p:nvPr>
            <p:ph type="title"/>
          </p:nvPr>
        </p:nvSpPr>
        <p:spPr>
          <a:xfrm>
            <a:off x="900275" y="538975"/>
            <a:ext cx="2603100" cy="114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8" name="Google Shape;138;p17"/>
          <p:cNvSpPr txBox="1"/>
          <p:nvPr>
            <p:ph idx="1" type="subTitle"/>
          </p:nvPr>
        </p:nvSpPr>
        <p:spPr>
          <a:xfrm>
            <a:off x="900275" y="1798825"/>
            <a:ext cx="2603100" cy="10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39" name="Google Shape;139;p17"/>
          <p:cNvSpPr/>
          <p:nvPr>
            <p:ph idx="2" type="pic"/>
          </p:nvPr>
        </p:nvSpPr>
        <p:spPr>
          <a:xfrm>
            <a:off x="6248850" y="538975"/>
            <a:ext cx="2344500" cy="406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40" name="Google Shape;140;p17"/>
          <p:cNvSpPr/>
          <p:nvPr>
            <p:ph idx="3" type="pic"/>
          </p:nvPr>
        </p:nvSpPr>
        <p:spPr>
          <a:xfrm>
            <a:off x="713225" y="2902650"/>
            <a:ext cx="2977200" cy="1701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41" name="Google Shape;141;p17"/>
          <p:cNvSpPr/>
          <p:nvPr>
            <p:ph idx="4" type="pic"/>
          </p:nvPr>
        </p:nvSpPr>
        <p:spPr>
          <a:xfrm>
            <a:off x="3826788" y="538975"/>
            <a:ext cx="2285700" cy="406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142" name="Google Shape;142;p17"/>
          <p:cNvGrpSpPr/>
          <p:nvPr/>
        </p:nvGrpSpPr>
        <p:grpSpPr>
          <a:xfrm>
            <a:off x="7483500" y="3938431"/>
            <a:ext cx="5164450" cy="2657269"/>
            <a:chOff x="-1800850" y="539506"/>
            <a:chExt cx="5164450" cy="2657269"/>
          </a:xfrm>
        </p:grpSpPr>
        <p:sp>
          <p:nvSpPr>
            <p:cNvPr id="143" name="Google Shape;143;p17"/>
            <p:cNvSpPr/>
            <p:nvPr/>
          </p:nvSpPr>
          <p:spPr>
            <a:xfrm>
              <a:off x="-561000" y="539506"/>
              <a:ext cx="39246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144" name="Google Shape;144;p17"/>
            <p:cNvSpPr/>
            <p:nvPr/>
          </p:nvSpPr>
          <p:spPr>
            <a:xfrm>
              <a:off x="-1800850" y="1465175"/>
              <a:ext cx="49191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145" name="Google Shape;145;p17"/>
          <p:cNvSpPr/>
          <p:nvPr/>
        </p:nvSpPr>
        <p:spPr>
          <a:xfrm>
            <a:off x="2690700" y="-5966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46" name="Google Shape;146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0_1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>
            <p:ph type="title"/>
          </p:nvPr>
        </p:nvSpPr>
        <p:spPr>
          <a:xfrm>
            <a:off x="713250" y="445025"/>
            <a:ext cx="463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1" type="body"/>
          </p:nvPr>
        </p:nvSpPr>
        <p:spPr>
          <a:xfrm>
            <a:off x="713250" y="1257575"/>
            <a:ext cx="7717500" cy="23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50" name="Google Shape;150;p18"/>
          <p:cNvGrpSpPr/>
          <p:nvPr/>
        </p:nvGrpSpPr>
        <p:grpSpPr>
          <a:xfrm>
            <a:off x="4204900" y="4239206"/>
            <a:ext cx="6979225" cy="2095794"/>
            <a:chOff x="-3615625" y="1100981"/>
            <a:chExt cx="6979225" cy="2095794"/>
          </a:xfrm>
        </p:grpSpPr>
        <p:sp>
          <p:nvSpPr>
            <p:cNvPr id="151" name="Google Shape;151;p18"/>
            <p:cNvSpPr/>
            <p:nvPr/>
          </p:nvSpPr>
          <p:spPr>
            <a:xfrm>
              <a:off x="-561000" y="1100981"/>
              <a:ext cx="39246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152" name="Google Shape;152;p18"/>
            <p:cNvSpPr/>
            <p:nvPr/>
          </p:nvSpPr>
          <p:spPr>
            <a:xfrm>
              <a:off x="-3615625" y="1465175"/>
              <a:ext cx="49191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grpSp>
        <p:nvGrpSpPr>
          <p:cNvPr id="153" name="Google Shape;153;p18"/>
          <p:cNvGrpSpPr/>
          <p:nvPr/>
        </p:nvGrpSpPr>
        <p:grpSpPr>
          <a:xfrm>
            <a:off x="713225" y="-596600"/>
            <a:ext cx="7417450" cy="6336700"/>
            <a:chOff x="713225" y="-596600"/>
            <a:chExt cx="7417450" cy="6336700"/>
          </a:xfrm>
        </p:grpSpPr>
        <p:sp>
          <p:nvSpPr>
            <p:cNvPr id="154" name="Google Shape;154;p18"/>
            <p:cNvSpPr/>
            <p:nvPr/>
          </p:nvSpPr>
          <p:spPr>
            <a:xfrm>
              <a:off x="6994575" y="-5966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155" name="Google Shape;155;p18"/>
            <p:cNvSpPr/>
            <p:nvPr/>
          </p:nvSpPr>
          <p:spPr>
            <a:xfrm rot="10800000">
              <a:off x="713225" y="46040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156" name="Google Shape;156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1" type="body"/>
          </p:nvPr>
        </p:nvSpPr>
        <p:spPr>
          <a:xfrm>
            <a:off x="720000" y="1215751"/>
            <a:ext cx="7704000" cy="22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60" name="Google Shape;160;p19"/>
          <p:cNvGrpSpPr/>
          <p:nvPr/>
        </p:nvGrpSpPr>
        <p:grpSpPr>
          <a:xfrm>
            <a:off x="8249766" y="-1863434"/>
            <a:ext cx="2258844" cy="6209550"/>
            <a:chOff x="8249766" y="-1863434"/>
            <a:chExt cx="2258844" cy="6209550"/>
          </a:xfrm>
        </p:grpSpPr>
        <p:sp>
          <p:nvSpPr>
            <p:cNvPr id="161" name="Google Shape;161;p19"/>
            <p:cNvSpPr/>
            <p:nvPr/>
          </p:nvSpPr>
          <p:spPr>
            <a:xfrm rot="5400000">
              <a:off x="7680509" y="1518016"/>
              <a:ext cx="39246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162" name="Google Shape;162;p19"/>
            <p:cNvSpPr/>
            <p:nvPr/>
          </p:nvSpPr>
          <p:spPr>
            <a:xfrm rot="5400000">
              <a:off x="6656016" y="-269684"/>
              <a:ext cx="49191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163" name="Google Shape;163;p19"/>
          <p:cNvSpPr/>
          <p:nvPr/>
        </p:nvSpPr>
        <p:spPr>
          <a:xfrm rot="10800000">
            <a:off x="713225" y="46040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64" name="Google Shape;164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_1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7" name="Google Shape;167;p20"/>
          <p:cNvSpPr txBox="1"/>
          <p:nvPr>
            <p:ph idx="1" type="body"/>
          </p:nvPr>
        </p:nvSpPr>
        <p:spPr>
          <a:xfrm>
            <a:off x="720000" y="1215750"/>
            <a:ext cx="7704000" cy="9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68" name="Google Shape;168;p20"/>
          <p:cNvGrpSpPr/>
          <p:nvPr/>
        </p:nvGrpSpPr>
        <p:grpSpPr>
          <a:xfrm>
            <a:off x="-1670525" y="-1520419"/>
            <a:ext cx="6979225" cy="1965444"/>
            <a:chOff x="-3615625" y="1231331"/>
            <a:chExt cx="6979225" cy="1965444"/>
          </a:xfrm>
        </p:grpSpPr>
        <p:sp>
          <p:nvSpPr>
            <p:cNvPr id="169" name="Google Shape;169;p20"/>
            <p:cNvSpPr/>
            <p:nvPr/>
          </p:nvSpPr>
          <p:spPr>
            <a:xfrm>
              <a:off x="-561000" y="1231331"/>
              <a:ext cx="39246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170" name="Google Shape;170;p20"/>
            <p:cNvSpPr/>
            <p:nvPr/>
          </p:nvSpPr>
          <p:spPr>
            <a:xfrm>
              <a:off x="-3615625" y="1465175"/>
              <a:ext cx="49191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grpSp>
        <p:nvGrpSpPr>
          <p:cNvPr id="171" name="Google Shape;171;p20"/>
          <p:cNvGrpSpPr/>
          <p:nvPr/>
        </p:nvGrpSpPr>
        <p:grpSpPr>
          <a:xfrm>
            <a:off x="3853900" y="-596600"/>
            <a:ext cx="4276775" cy="6336700"/>
            <a:chOff x="3853900" y="-596600"/>
            <a:chExt cx="4276775" cy="6336700"/>
          </a:xfrm>
        </p:grpSpPr>
        <p:sp>
          <p:nvSpPr>
            <p:cNvPr id="172" name="Google Shape;172;p20"/>
            <p:cNvSpPr/>
            <p:nvPr/>
          </p:nvSpPr>
          <p:spPr>
            <a:xfrm>
              <a:off x="6994575" y="-5966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173" name="Google Shape;173;p20"/>
            <p:cNvSpPr/>
            <p:nvPr/>
          </p:nvSpPr>
          <p:spPr>
            <a:xfrm rot="10800000">
              <a:off x="3853900" y="46040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174" name="Google Shape;174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7" name="Google Shape;177;p21"/>
          <p:cNvSpPr txBox="1"/>
          <p:nvPr>
            <p:ph idx="1" type="subTitle"/>
          </p:nvPr>
        </p:nvSpPr>
        <p:spPr>
          <a:xfrm>
            <a:off x="720000" y="2607900"/>
            <a:ext cx="2430900" cy="13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78" name="Google Shape;178;p21"/>
          <p:cNvSpPr txBox="1"/>
          <p:nvPr>
            <p:ph idx="2" type="subTitle"/>
          </p:nvPr>
        </p:nvSpPr>
        <p:spPr>
          <a:xfrm>
            <a:off x="3356540" y="2607900"/>
            <a:ext cx="2430900" cy="13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79" name="Google Shape;179;p21"/>
          <p:cNvSpPr txBox="1"/>
          <p:nvPr>
            <p:ph idx="3" type="subTitle"/>
          </p:nvPr>
        </p:nvSpPr>
        <p:spPr>
          <a:xfrm>
            <a:off x="5993079" y="2607901"/>
            <a:ext cx="2430900" cy="13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80" name="Google Shape;180;p21"/>
          <p:cNvSpPr txBox="1"/>
          <p:nvPr>
            <p:ph idx="4" type="subTitle"/>
          </p:nvPr>
        </p:nvSpPr>
        <p:spPr>
          <a:xfrm>
            <a:off x="720000" y="1745125"/>
            <a:ext cx="2430900" cy="7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81" name="Google Shape;181;p21"/>
          <p:cNvSpPr txBox="1"/>
          <p:nvPr>
            <p:ph idx="5" type="subTitle"/>
          </p:nvPr>
        </p:nvSpPr>
        <p:spPr>
          <a:xfrm>
            <a:off x="3356544" y="1745125"/>
            <a:ext cx="2430900" cy="7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82" name="Google Shape;182;p21"/>
          <p:cNvSpPr txBox="1"/>
          <p:nvPr>
            <p:ph idx="6" type="subTitle"/>
          </p:nvPr>
        </p:nvSpPr>
        <p:spPr>
          <a:xfrm>
            <a:off x="5993079" y="1745125"/>
            <a:ext cx="2430900" cy="7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grpSp>
        <p:nvGrpSpPr>
          <p:cNvPr id="183" name="Google Shape;183;p21"/>
          <p:cNvGrpSpPr/>
          <p:nvPr/>
        </p:nvGrpSpPr>
        <p:grpSpPr>
          <a:xfrm>
            <a:off x="2534225" y="4402100"/>
            <a:ext cx="5431958" cy="2043145"/>
            <a:chOff x="2534225" y="4402100"/>
            <a:chExt cx="5431958" cy="2043145"/>
          </a:xfrm>
        </p:grpSpPr>
        <p:sp>
          <p:nvSpPr>
            <p:cNvPr id="184" name="Google Shape;184;p21"/>
            <p:cNvSpPr/>
            <p:nvPr/>
          </p:nvSpPr>
          <p:spPr>
            <a:xfrm>
              <a:off x="2534225" y="4402100"/>
              <a:ext cx="3123600" cy="1506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185" name="Google Shape;185;p21"/>
            <p:cNvSpPr/>
            <p:nvPr/>
          </p:nvSpPr>
          <p:spPr>
            <a:xfrm>
              <a:off x="4051183" y="4713645"/>
              <a:ext cx="39150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186" name="Google Shape;186;p21"/>
          <p:cNvSpPr/>
          <p:nvPr/>
        </p:nvSpPr>
        <p:spPr>
          <a:xfrm>
            <a:off x="7581975" y="-5966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87" name="Google Shape;187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0" name="Google Shape;190;p22"/>
          <p:cNvSpPr txBox="1"/>
          <p:nvPr>
            <p:ph idx="1" type="subTitle"/>
          </p:nvPr>
        </p:nvSpPr>
        <p:spPr>
          <a:xfrm>
            <a:off x="1253225" y="1701835"/>
            <a:ext cx="2811000" cy="10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91" name="Google Shape;191;p22"/>
          <p:cNvSpPr txBox="1"/>
          <p:nvPr>
            <p:ph idx="2" type="subTitle"/>
          </p:nvPr>
        </p:nvSpPr>
        <p:spPr>
          <a:xfrm>
            <a:off x="5079776" y="1701828"/>
            <a:ext cx="2811000" cy="10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92" name="Google Shape;192;p22"/>
          <p:cNvSpPr txBox="1"/>
          <p:nvPr>
            <p:ph idx="3" type="subTitle"/>
          </p:nvPr>
        </p:nvSpPr>
        <p:spPr>
          <a:xfrm>
            <a:off x="1253225" y="3313801"/>
            <a:ext cx="2811000" cy="12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93" name="Google Shape;193;p22"/>
          <p:cNvSpPr txBox="1"/>
          <p:nvPr>
            <p:ph idx="4" type="subTitle"/>
          </p:nvPr>
        </p:nvSpPr>
        <p:spPr>
          <a:xfrm>
            <a:off x="5079775" y="3313799"/>
            <a:ext cx="2811000" cy="12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94" name="Google Shape;194;p22"/>
          <p:cNvSpPr txBox="1"/>
          <p:nvPr>
            <p:ph idx="5" type="subTitle"/>
          </p:nvPr>
        </p:nvSpPr>
        <p:spPr>
          <a:xfrm>
            <a:off x="1253224" y="1321079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195" name="Google Shape;195;p22"/>
          <p:cNvSpPr txBox="1"/>
          <p:nvPr>
            <p:ph idx="6" type="subTitle"/>
          </p:nvPr>
        </p:nvSpPr>
        <p:spPr>
          <a:xfrm>
            <a:off x="1253224" y="2933132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196" name="Google Shape;196;p22"/>
          <p:cNvSpPr txBox="1"/>
          <p:nvPr>
            <p:ph idx="7" type="subTitle"/>
          </p:nvPr>
        </p:nvSpPr>
        <p:spPr>
          <a:xfrm>
            <a:off x="5079750" y="1321075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197" name="Google Shape;197;p22"/>
          <p:cNvSpPr txBox="1"/>
          <p:nvPr>
            <p:ph idx="8" type="subTitle"/>
          </p:nvPr>
        </p:nvSpPr>
        <p:spPr>
          <a:xfrm>
            <a:off x="5079750" y="2933125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grpSp>
        <p:nvGrpSpPr>
          <p:cNvPr id="198" name="Google Shape;198;p22"/>
          <p:cNvGrpSpPr/>
          <p:nvPr/>
        </p:nvGrpSpPr>
        <p:grpSpPr>
          <a:xfrm>
            <a:off x="-1670525" y="-1520419"/>
            <a:ext cx="6979225" cy="1965444"/>
            <a:chOff x="-3615625" y="1231331"/>
            <a:chExt cx="6979225" cy="1965444"/>
          </a:xfrm>
        </p:grpSpPr>
        <p:sp>
          <p:nvSpPr>
            <p:cNvPr id="199" name="Google Shape;199;p22"/>
            <p:cNvSpPr/>
            <p:nvPr/>
          </p:nvSpPr>
          <p:spPr>
            <a:xfrm>
              <a:off x="-561000" y="1231331"/>
              <a:ext cx="39246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200" name="Google Shape;200;p22"/>
            <p:cNvSpPr/>
            <p:nvPr/>
          </p:nvSpPr>
          <p:spPr>
            <a:xfrm>
              <a:off x="-3615625" y="1465175"/>
              <a:ext cx="49191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201" name="Google Shape;201;p22"/>
          <p:cNvSpPr/>
          <p:nvPr/>
        </p:nvSpPr>
        <p:spPr>
          <a:xfrm rot="10800000">
            <a:off x="4003950" y="46040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202" name="Google Shape;202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5" name="Google Shape;205;p23"/>
          <p:cNvSpPr txBox="1"/>
          <p:nvPr>
            <p:ph idx="1" type="subTitle"/>
          </p:nvPr>
        </p:nvSpPr>
        <p:spPr>
          <a:xfrm>
            <a:off x="712900" y="1786350"/>
            <a:ext cx="2469300" cy="1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06" name="Google Shape;206;p23"/>
          <p:cNvSpPr txBox="1"/>
          <p:nvPr>
            <p:ph idx="2" type="subTitle"/>
          </p:nvPr>
        </p:nvSpPr>
        <p:spPr>
          <a:xfrm>
            <a:off x="3281976" y="1786360"/>
            <a:ext cx="2579700" cy="1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07" name="Google Shape;207;p23"/>
          <p:cNvSpPr txBox="1"/>
          <p:nvPr>
            <p:ph idx="3" type="subTitle"/>
          </p:nvPr>
        </p:nvSpPr>
        <p:spPr>
          <a:xfrm>
            <a:off x="712900" y="3463652"/>
            <a:ext cx="2469300" cy="1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08" name="Google Shape;208;p23"/>
          <p:cNvSpPr txBox="1"/>
          <p:nvPr>
            <p:ph idx="4" type="subTitle"/>
          </p:nvPr>
        </p:nvSpPr>
        <p:spPr>
          <a:xfrm>
            <a:off x="3281985" y="3463653"/>
            <a:ext cx="2579700" cy="1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09" name="Google Shape;209;p23"/>
          <p:cNvSpPr txBox="1"/>
          <p:nvPr>
            <p:ph idx="5" type="subTitle"/>
          </p:nvPr>
        </p:nvSpPr>
        <p:spPr>
          <a:xfrm>
            <a:off x="5961455" y="1786356"/>
            <a:ext cx="2469300" cy="1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10" name="Google Shape;210;p23"/>
          <p:cNvSpPr txBox="1"/>
          <p:nvPr>
            <p:ph idx="6" type="subTitle"/>
          </p:nvPr>
        </p:nvSpPr>
        <p:spPr>
          <a:xfrm>
            <a:off x="5961474" y="3463652"/>
            <a:ext cx="2469300" cy="1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11" name="Google Shape;211;p23"/>
          <p:cNvSpPr txBox="1"/>
          <p:nvPr>
            <p:ph idx="7" type="subTitle"/>
          </p:nvPr>
        </p:nvSpPr>
        <p:spPr>
          <a:xfrm>
            <a:off x="712900" y="1330123"/>
            <a:ext cx="2469300" cy="4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212" name="Google Shape;212;p23"/>
          <p:cNvSpPr txBox="1"/>
          <p:nvPr>
            <p:ph idx="8" type="subTitle"/>
          </p:nvPr>
        </p:nvSpPr>
        <p:spPr>
          <a:xfrm>
            <a:off x="3281974" y="1330123"/>
            <a:ext cx="2577300" cy="4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213" name="Google Shape;213;p23"/>
          <p:cNvSpPr txBox="1"/>
          <p:nvPr>
            <p:ph idx="9" type="subTitle"/>
          </p:nvPr>
        </p:nvSpPr>
        <p:spPr>
          <a:xfrm>
            <a:off x="5961452" y="1330123"/>
            <a:ext cx="2466900" cy="4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214" name="Google Shape;214;p23"/>
          <p:cNvSpPr txBox="1"/>
          <p:nvPr>
            <p:ph idx="13" type="subTitle"/>
          </p:nvPr>
        </p:nvSpPr>
        <p:spPr>
          <a:xfrm>
            <a:off x="712900" y="3009960"/>
            <a:ext cx="2469300" cy="4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215" name="Google Shape;215;p23"/>
          <p:cNvSpPr txBox="1"/>
          <p:nvPr>
            <p:ph idx="14" type="subTitle"/>
          </p:nvPr>
        </p:nvSpPr>
        <p:spPr>
          <a:xfrm>
            <a:off x="3281974" y="3009958"/>
            <a:ext cx="2577300" cy="4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216" name="Google Shape;216;p23"/>
          <p:cNvSpPr txBox="1"/>
          <p:nvPr>
            <p:ph idx="15" type="subTitle"/>
          </p:nvPr>
        </p:nvSpPr>
        <p:spPr>
          <a:xfrm>
            <a:off x="5961452" y="3009953"/>
            <a:ext cx="2469300" cy="4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217" name="Google Shape;217;p23"/>
          <p:cNvSpPr/>
          <p:nvPr/>
        </p:nvSpPr>
        <p:spPr>
          <a:xfrm flipH="1" rot="10800000">
            <a:off x="7795325" y="46040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grpSp>
        <p:nvGrpSpPr>
          <p:cNvPr id="218" name="Google Shape;218;p23"/>
          <p:cNvGrpSpPr/>
          <p:nvPr/>
        </p:nvGrpSpPr>
        <p:grpSpPr>
          <a:xfrm>
            <a:off x="7945725" y="-1952125"/>
            <a:ext cx="2032725" cy="3687110"/>
            <a:chOff x="7945725" y="-1952125"/>
            <a:chExt cx="2032725" cy="3687110"/>
          </a:xfrm>
        </p:grpSpPr>
        <p:sp>
          <p:nvSpPr>
            <p:cNvPr id="219" name="Google Shape;219;p23"/>
            <p:cNvSpPr/>
            <p:nvPr/>
          </p:nvSpPr>
          <p:spPr>
            <a:xfrm flipH="1" rot="-5400000">
              <a:off x="7144125" y="-115052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220" name="Google Shape;220;p23"/>
            <p:cNvSpPr/>
            <p:nvPr/>
          </p:nvSpPr>
          <p:spPr>
            <a:xfrm flipH="1" rot="-5400000">
              <a:off x="7877850" y="-36561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221" name="Google Shape;221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"/>
          <p:cNvSpPr txBox="1"/>
          <p:nvPr>
            <p:ph type="title"/>
          </p:nvPr>
        </p:nvSpPr>
        <p:spPr>
          <a:xfrm>
            <a:off x="1676163" y="915275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4" name="Google Shape;224;p24"/>
          <p:cNvSpPr txBox="1"/>
          <p:nvPr>
            <p:ph idx="1" type="subTitle"/>
          </p:nvPr>
        </p:nvSpPr>
        <p:spPr>
          <a:xfrm>
            <a:off x="1676125" y="200435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25" name="Google Shape;225;p24"/>
          <p:cNvSpPr/>
          <p:nvPr/>
        </p:nvSpPr>
        <p:spPr>
          <a:xfrm>
            <a:off x="713225" y="-5966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226" name="Google Shape;226;p24"/>
          <p:cNvSpPr/>
          <p:nvPr/>
        </p:nvSpPr>
        <p:spPr>
          <a:xfrm flipH="1" rot="10800000">
            <a:off x="7294675" y="46040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227" name="Google Shape;227;p24"/>
          <p:cNvSpPr txBox="1"/>
          <p:nvPr/>
        </p:nvSpPr>
        <p:spPr>
          <a:xfrm>
            <a:off x="1676175" y="3063050"/>
            <a:ext cx="4448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CREDITS: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1" sz="1000" u="sng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8" name="Google Shape;228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25"/>
          <p:cNvGrpSpPr/>
          <p:nvPr/>
        </p:nvGrpSpPr>
        <p:grpSpPr>
          <a:xfrm>
            <a:off x="-3234625" y="-789144"/>
            <a:ext cx="6979225" cy="2657269"/>
            <a:chOff x="-3615625" y="539506"/>
            <a:chExt cx="6979225" cy="2657269"/>
          </a:xfrm>
        </p:grpSpPr>
        <p:sp>
          <p:nvSpPr>
            <p:cNvPr id="231" name="Google Shape;231;p25"/>
            <p:cNvSpPr/>
            <p:nvPr/>
          </p:nvSpPr>
          <p:spPr>
            <a:xfrm>
              <a:off x="-561000" y="539506"/>
              <a:ext cx="39246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232" name="Google Shape;232;p25"/>
            <p:cNvSpPr/>
            <p:nvPr/>
          </p:nvSpPr>
          <p:spPr>
            <a:xfrm>
              <a:off x="-3615625" y="1465175"/>
              <a:ext cx="49191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grpSp>
        <p:nvGrpSpPr>
          <p:cNvPr id="233" name="Google Shape;233;p25"/>
          <p:cNvGrpSpPr/>
          <p:nvPr/>
        </p:nvGrpSpPr>
        <p:grpSpPr>
          <a:xfrm>
            <a:off x="713225" y="-596600"/>
            <a:ext cx="7417450" cy="6336700"/>
            <a:chOff x="713225" y="-596600"/>
            <a:chExt cx="7417450" cy="6336700"/>
          </a:xfrm>
        </p:grpSpPr>
        <p:sp>
          <p:nvSpPr>
            <p:cNvPr id="234" name="Google Shape;234;p25"/>
            <p:cNvSpPr/>
            <p:nvPr/>
          </p:nvSpPr>
          <p:spPr>
            <a:xfrm>
              <a:off x="6994575" y="-5966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235" name="Google Shape;235;p25"/>
            <p:cNvSpPr/>
            <p:nvPr/>
          </p:nvSpPr>
          <p:spPr>
            <a:xfrm rot="10800000">
              <a:off x="713225" y="46040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236" name="Google Shape;236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6"/>
          <p:cNvSpPr/>
          <p:nvPr/>
        </p:nvSpPr>
        <p:spPr>
          <a:xfrm flipH="1" rot="10800000">
            <a:off x="7795325" y="46040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grpSp>
        <p:nvGrpSpPr>
          <p:cNvPr id="239" name="Google Shape;239;p26"/>
          <p:cNvGrpSpPr/>
          <p:nvPr/>
        </p:nvGrpSpPr>
        <p:grpSpPr>
          <a:xfrm>
            <a:off x="7945725" y="-1952125"/>
            <a:ext cx="2032725" cy="3687110"/>
            <a:chOff x="7945725" y="-1952125"/>
            <a:chExt cx="2032725" cy="3687110"/>
          </a:xfrm>
        </p:grpSpPr>
        <p:sp>
          <p:nvSpPr>
            <p:cNvPr id="240" name="Google Shape;240;p26"/>
            <p:cNvSpPr/>
            <p:nvPr/>
          </p:nvSpPr>
          <p:spPr>
            <a:xfrm flipH="1" rot="-5400000">
              <a:off x="7144125" y="-115052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241" name="Google Shape;241;p26"/>
            <p:cNvSpPr/>
            <p:nvPr/>
          </p:nvSpPr>
          <p:spPr>
            <a:xfrm flipH="1" rot="-5400000">
              <a:off x="7877850" y="-36561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242" name="Google Shape;242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8"/>
          <p:cNvSpPr txBox="1"/>
          <p:nvPr>
            <p:ph type="ctrTitle"/>
          </p:nvPr>
        </p:nvSpPr>
        <p:spPr>
          <a:xfrm>
            <a:off x="3311225" y="1894150"/>
            <a:ext cx="5119500" cy="223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49" name="Google Shape;249;p28"/>
          <p:cNvSpPr txBox="1"/>
          <p:nvPr>
            <p:ph idx="1" type="subTitle"/>
          </p:nvPr>
        </p:nvSpPr>
        <p:spPr>
          <a:xfrm>
            <a:off x="3311225" y="4128200"/>
            <a:ext cx="51195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250" name="Google Shape;250;p28"/>
          <p:cNvGrpSpPr/>
          <p:nvPr/>
        </p:nvGrpSpPr>
        <p:grpSpPr>
          <a:xfrm>
            <a:off x="713225" y="-596600"/>
            <a:ext cx="7417450" cy="6336700"/>
            <a:chOff x="713225" y="-596600"/>
            <a:chExt cx="7417450" cy="6336700"/>
          </a:xfrm>
        </p:grpSpPr>
        <p:sp>
          <p:nvSpPr>
            <p:cNvPr id="251" name="Google Shape;251;p28"/>
            <p:cNvSpPr/>
            <p:nvPr/>
          </p:nvSpPr>
          <p:spPr>
            <a:xfrm>
              <a:off x="6994575" y="-5966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252" name="Google Shape;252;p28"/>
            <p:cNvSpPr/>
            <p:nvPr/>
          </p:nvSpPr>
          <p:spPr>
            <a:xfrm rot="10800000">
              <a:off x="713225" y="46040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"/>
          <p:cNvSpPr txBox="1"/>
          <p:nvPr>
            <p:ph type="title"/>
          </p:nvPr>
        </p:nvSpPr>
        <p:spPr>
          <a:xfrm>
            <a:off x="1588575" y="2625825"/>
            <a:ext cx="2808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5" name="Google Shape;255;p29"/>
          <p:cNvSpPr txBox="1"/>
          <p:nvPr>
            <p:ph hasCustomPrompt="1" idx="2" type="title"/>
          </p:nvPr>
        </p:nvSpPr>
        <p:spPr>
          <a:xfrm>
            <a:off x="1588575" y="1675875"/>
            <a:ext cx="1288800" cy="1096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56" name="Google Shape;256;p29"/>
          <p:cNvGrpSpPr/>
          <p:nvPr/>
        </p:nvGrpSpPr>
        <p:grpSpPr>
          <a:xfrm flipH="1">
            <a:off x="713225" y="-596600"/>
            <a:ext cx="7417450" cy="6336700"/>
            <a:chOff x="713225" y="-596600"/>
            <a:chExt cx="7417450" cy="6336700"/>
          </a:xfrm>
        </p:grpSpPr>
        <p:sp>
          <p:nvSpPr>
            <p:cNvPr id="257" name="Google Shape;257;p29"/>
            <p:cNvSpPr/>
            <p:nvPr/>
          </p:nvSpPr>
          <p:spPr>
            <a:xfrm>
              <a:off x="6994575" y="-5966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258" name="Google Shape;258;p29"/>
            <p:cNvSpPr/>
            <p:nvPr/>
          </p:nvSpPr>
          <p:spPr>
            <a:xfrm rot="10800000">
              <a:off x="713225" y="46040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259" name="Google Shape;259;p29"/>
          <p:cNvSpPr/>
          <p:nvPr>
            <p:ph idx="3" type="pic"/>
          </p:nvPr>
        </p:nvSpPr>
        <p:spPr>
          <a:xfrm>
            <a:off x="4771725" y="560550"/>
            <a:ext cx="2783700" cy="4022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0" name="Google Shape;260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3" name="Google Shape;263;p30"/>
          <p:cNvSpPr txBox="1"/>
          <p:nvPr>
            <p:ph idx="1" type="body"/>
          </p:nvPr>
        </p:nvSpPr>
        <p:spPr>
          <a:xfrm>
            <a:off x="720000" y="1139551"/>
            <a:ext cx="77040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64" name="Google Shape;264;p30"/>
          <p:cNvSpPr/>
          <p:nvPr/>
        </p:nvSpPr>
        <p:spPr>
          <a:xfrm flipH="1" rot="10800000">
            <a:off x="7795325" y="46040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grpSp>
        <p:nvGrpSpPr>
          <p:cNvPr id="265" name="Google Shape;265;p30"/>
          <p:cNvGrpSpPr/>
          <p:nvPr/>
        </p:nvGrpSpPr>
        <p:grpSpPr>
          <a:xfrm>
            <a:off x="7945725" y="-1952125"/>
            <a:ext cx="2032725" cy="3687110"/>
            <a:chOff x="7945725" y="-1952125"/>
            <a:chExt cx="2032725" cy="3687110"/>
          </a:xfrm>
        </p:grpSpPr>
        <p:sp>
          <p:nvSpPr>
            <p:cNvPr id="266" name="Google Shape;266;p30"/>
            <p:cNvSpPr/>
            <p:nvPr/>
          </p:nvSpPr>
          <p:spPr>
            <a:xfrm flipH="1" rot="-5400000">
              <a:off x="7144125" y="-115052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267" name="Google Shape;267;p30"/>
            <p:cNvSpPr/>
            <p:nvPr/>
          </p:nvSpPr>
          <p:spPr>
            <a:xfrm flipH="1" rot="-5400000">
              <a:off x="7877850" y="-36561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268" name="Google Shape;268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1" name="Google Shape;271;p31"/>
          <p:cNvSpPr txBox="1"/>
          <p:nvPr>
            <p:ph idx="1" type="subTitle"/>
          </p:nvPr>
        </p:nvSpPr>
        <p:spPr>
          <a:xfrm>
            <a:off x="5017188" y="2215225"/>
            <a:ext cx="2695800" cy="17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2" name="Google Shape;272;p31"/>
          <p:cNvSpPr txBox="1"/>
          <p:nvPr>
            <p:ph idx="2" type="subTitle"/>
          </p:nvPr>
        </p:nvSpPr>
        <p:spPr>
          <a:xfrm>
            <a:off x="1431012" y="2215231"/>
            <a:ext cx="2695800" cy="17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3" name="Google Shape;273;p31"/>
          <p:cNvSpPr txBox="1"/>
          <p:nvPr>
            <p:ph idx="3" type="subTitle"/>
          </p:nvPr>
        </p:nvSpPr>
        <p:spPr>
          <a:xfrm>
            <a:off x="1431000" y="1616875"/>
            <a:ext cx="2695800" cy="48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274" name="Google Shape;274;p31"/>
          <p:cNvSpPr txBox="1"/>
          <p:nvPr>
            <p:ph idx="4" type="subTitle"/>
          </p:nvPr>
        </p:nvSpPr>
        <p:spPr>
          <a:xfrm>
            <a:off x="5017175" y="1616875"/>
            <a:ext cx="2695800" cy="48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grpSp>
        <p:nvGrpSpPr>
          <p:cNvPr id="275" name="Google Shape;275;p31"/>
          <p:cNvGrpSpPr/>
          <p:nvPr/>
        </p:nvGrpSpPr>
        <p:grpSpPr>
          <a:xfrm>
            <a:off x="6370575" y="3485931"/>
            <a:ext cx="5495325" cy="2657269"/>
            <a:chOff x="-3615625" y="539506"/>
            <a:chExt cx="5495325" cy="2657269"/>
          </a:xfrm>
        </p:grpSpPr>
        <p:sp>
          <p:nvSpPr>
            <p:cNvPr id="276" name="Google Shape;276;p31"/>
            <p:cNvSpPr/>
            <p:nvPr/>
          </p:nvSpPr>
          <p:spPr>
            <a:xfrm>
              <a:off x="-2044900" y="539506"/>
              <a:ext cx="39246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-3615625" y="1465175"/>
              <a:ext cx="49191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grpSp>
        <p:nvGrpSpPr>
          <p:cNvPr id="278" name="Google Shape;278;p31"/>
          <p:cNvGrpSpPr/>
          <p:nvPr/>
        </p:nvGrpSpPr>
        <p:grpSpPr>
          <a:xfrm>
            <a:off x="713225" y="-596600"/>
            <a:ext cx="7417450" cy="6336700"/>
            <a:chOff x="713225" y="-596600"/>
            <a:chExt cx="7417450" cy="6336700"/>
          </a:xfrm>
        </p:grpSpPr>
        <p:sp>
          <p:nvSpPr>
            <p:cNvPr id="279" name="Google Shape;279;p31"/>
            <p:cNvSpPr/>
            <p:nvPr/>
          </p:nvSpPr>
          <p:spPr>
            <a:xfrm>
              <a:off x="6994575" y="-5966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 rot="10800000">
              <a:off x="713225" y="46040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281" name="Google Shape;281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4" name="Google Shape;284;p32"/>
          <p:cNvSpPr/>
          <p:nvPr/>
        </p:nvSpPr>
        <p:spPr>
          <a:xfrm flipH="1" rot="10800000">
            <a:off x="145175" y="46040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grpSp>
        <p:nvGrpSpPr>
          <p:cNvPr id="285" name="Google Shape;285;p32"/>
          <p:cNvGrpSpPr/>
          <p:nvPr/>
        </p:nvGrpSpPr>
        <p:grpSpPr>
          <a:xfrm>
            <a:off x="7945725" y="-1952125"/>
            <a:ext cx="2032725" cy="3687110"/>
            <a:chOff x="7945725" y="-1952125"/>
            <a:chExt cx="2032725" cy="3687110"/>
          </a:xfrm>
        </p:grpSpPr>
        <p:sp>
          <p:nvSpPr>
            <p:cNvPr id="286" name="Google Shape;286;p32"/>
            <p:cNvSpPr/>
            <p:nvPr/>
          </p:nvSpPr>
          <p:spPr>
            <a:xfrm flipH="1" rot="-5400000">
              <a:off x="7144125" y="-115052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287" name="Google Shape;287;p32"/>
            <p:cNvSpPr/>
            <p:nvPr/>
          </p:nvSpPr>
          <p:spPr>
            <a:xfrm flipH="1" rot="-5400000">
              <a:off x="7877850" y="-36561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288" name="Google Shape;288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3"/>
          <p:cNvSpPr txBox="1"/>
          <p:nvPr>
            <p:ph type="title"/>
          </p:nvPr>
        </p:nvSpPr>
        <p:spPr>
          <a:xfrm>
            <a:off x="3922100" y="701132"/>
            <a:ext cx="4294800" cy="105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1" name="Google Shape;291;p33"/>
          <p:cNvSpPr txBox="1"/>
          <p:nvPr>
            <p:ph idx="1" type="subTitle"/>
          </p:nvPr>
        </p:nvSpPr>
        <p:spPr>
          <a:xfrm>
            <a:off x="3922100" y="1815856"/>
            <a:ext cx="4294800" cy="26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Char char="■"/>
              <a:defRPr/>
            </a:lvl9pPr>
          </a:lstStyle>
          <a:p/>
        </p:txBody>
      </p:sp>
      <p:sp>
        <p:nvSpPr>
          <p:cNvPr id="292" name="Google Shape;292;p33"/>
          <p:cNvSpPr/>
          <p:nvPr>
            <p:ph idx="2" type="pic"/>
          </p:nvPr>
        </p:nvSpPr>
        <p:spPr>
          <a:xfrm>
            <a:off x="927100" y="560550"/>
            <a:ext cx="2783700" cy="4022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3" name="Google Shape;293;p33"/>
          <p:cNvSpPr/>
          <p:nvPr/>
        </p:nvSpPr>
        <p:spPr>
          <a:xfrm rot="10800000">
            <a:off x="7862725" y="46040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grpSp>
        <p:nvGrpSpPr>
          <p:cNvPr id="294" name="Google Shape;294;p33"/>
          <p:cNvGrpSpPr/>
          <p:nvPr/>
        </p:nvGrpSpPr>
        <p:grpSpPr>
          <a:xfrm>
            <a:off x="-725697" y="-633047"/>
            <a:ext cx="2877844" cy="7440475"/>
            <a:chOff x="-725697" y="-633047"/>
            <a:chExt cx="2877844" cy="7440475"/>
          </a:xfrm>
        </p:grpSpPr>
        <p:sp>
          <p:nvSpPr>
            <p:cNvPr id="295" name="Google Shape;295;p33"/>
            <p:cNvSpPr/>
            <p:nvPr/>
          </p:nvSpPr>
          <p:spPr>
            <a:xfrm rot="-5400000">
              <a:off x="-1822197" y="463453"/>
              <a:ext cx="39246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296" name="Google Shape;296;p33"/>
            <p:cNvSpPr/>
            <p:nvPr/>
          </p:nvSpPr>
          <p:spPr>
            <a:xfrm rot="-5400000">
              <a:off x="-1173203" y="3482078"/>
              <a:ext cx="49191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297" name="Google Shape;297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4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0" name="Google Shape;300;p34"/>
          <p:cNvSpPr/>
          <p:nvPr/>
        </p:nvSpPr>
        <p:spPr>
          <a:xfrm flipH="1" rot="10800000">
            <a:off x="7795325" y="46040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grpSp>
        <p:nvGrpSpPr>
          <p:cNvPr id="301" name="Google Shape;301;p34"/>
          <p:cNvGrpSpPr/>
          <p:nvPr/>
        </p:nvGrpSpPr>
        <p:grpSpPr>
          <a:xfrm>
            <a:off x="7945725" y="-1952125"/>
            <a:ext cx="2032725" cy="3687110"/>
            <a:chOff x="7945725" y="-1952125"/>
            <a:chExt cx="2032725" cy="3687110"/>
          </a:xfrm>
        </p:grpSpPr>
        <p:sp>
          <p:nvSpPr>
            <p:cNvPr id="302" name="Google Shape;302;p34"/>
            <p:cNvSpPr/>
            <p:nvPr/>
          </p:nvSpPr>
          <p:spPr>
            <a:xfrm flipH="1" rot="-5400000">
              <a:off x="7144125" y="-115052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303" name="Google Shape;303;p34"/>
            <p:cNvSpPr/>
            <p:nvPr/>
          </p:nvSpPr>
          <p:spPr>
            <a:xfrm flipH="1" rot="-5400000">
              <a:off x="7877850" y="-36561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304" name="Google Shape;304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5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7" name="Google Shape;307;p35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308" name="Google Shape;308;p35"/>
          <p:cNvGrpSpPr/>
          <p:nvPr/>
        </p:nvGrpSpPr>
        <p:grpSpPr>
          <a:xfrm>
            <a:off x="2534225" y="4402100"/>
            <a:ext cx="5431958" cy="2043145"/>
            <a:chOff x="2534225" y="4402100"/>
            <a:chExt cx="5431958" cy="2043145"/>
          </a:xfrm>
        </p:grpSpPr>
        <p:sp>
          <p:nvSpPr>
            <p:cNvPr id="309" name="Google Shape;309;p35"/>
            <p:cNvSpPr/>
            <p:nvPr/>
          </p:nvSpPr>
          <p:spPr>
            <a:xfrm>
              <a:off x="2534225" y="4402100"/>
              <a:ext cx="3123600" cy="1506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310" name="Google Shape;310;p35"/>
            <p:cNvSpPr/>
            <p:nvPr/>
          </p:nvSpPr>
          <p:spPr>
            <a:xfrm>
              <a:off x="4051183" y="4713645"/>
              <a:ext cx="39150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311" name="Google Shape;311;p35"/>
          <p:cNvSpPr/>
          <p:nvPr/>
        </p:nvSpPr>
        <p:spPr>
          <a:xfrm>
            <a:off x="7581975" y="-5966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312" name="Google Shape;312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6"/>
          <p:cNvSpPr/>
          <p:nvPr>
            <p:ph idx="2" type="pic"/>
          </p:nvPr>
        </p:nvSpPr>
        <p:spPr>
          <a:xfrm>
            <a:off x="0" y="-14875"/>
            <a:ext cx="9144000" cy="5158500"/>
          </a:xfrm>
          <a:prstGeom prst="rect">
            <a:avLst/>
          </a:prstGeom>
          <a:noFill/>
          <a:ln>
            <a:noFill/>
          </a:ln>
        </p:spPr>
      </p:sp>
      <p:sp>
        <p:nvSpPr>
          <p:cNvPr id="315" name="Google Shape;315;p36"/>
          <p:cNvSpPr txBox="1"/>
          <p:nvPr>
            <p:ph type="title"/>
          </p:nvPr>
        </p:nvSpPr>
        <p:spPr>
          <a:xfrm>
            <a:off x="713225" y="3937000"/>
            <a:ext cx="3574200" cy="6501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6" name="Google Shape;316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7"/>
          <p:cNvSpPr txBox="1"/>
          <p:nvPr>
            <p:ph hasCustomPrompt="1" type="title"/>
          </p:nvPr>
        </p:nvSpPr>
        <p:spPr>
          <a:xfrm>
            <a:off x="3202500" y="1800550"/>
            <a:ext cx="2739000" cy="117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19" name="Google Shape;319;p37"/>
          <p:cNvSpPr txBox="1"/>
          <p:nvPr>
            <p:ph idx="1" type="subTitle"/>
          </p:nvPr>
        </p:nvSpPr>
        <p:spPr>
          <a:xfrm>
            <a:off x="3202500" y="2980125"/>
            <a:ext cx="2739000" cy="6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320" name="Google Shape;320;p37"/>
          <p:cNvGrpSpPr/>
          <p:nvPr/>
        </p:nvGrpSpPr>
        <p:grpSpPr>
          <a:xfrm>
            <a:off x="-3615625" y="-663669"/>
            <a:ext cx="6979225" cy="2657269"/>
            <a:chOff x="-3615625" y="539506"/>
            <a:chExt cx="6979225" cy="2657269"/>
          </a:xfrm>
        </p:grpSpPr>
        <p:sp>
          <p:nvSpPr>
            <p:cNvPr id="321" name="Google Shape;321;p37"/>
            <p:cNvSpPr/>
            <p:nvPr/>
          </p:nvSpPr>
          <p:spPr>
            <a:xfrm>
              <a:off x="-561000" y="539506"/>
              <a:ext cx="39246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322" name="Google Shape;322;p37"/>
            <p:cNvSpPr/>
            <p:nvPr/>
          </p:nvSpPr>
          <p:spPr>
            <a:xfrm>
              <a:off x="-3615625" y="1465175"/>
              <a:ext cx="49191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grpSp>
        <p:nvGrpSpPr>
          <p:cNvPr id="323" name="Google Shape;323;p37"/>
          <p:cNvGrpSpPr/>
          <p:nvPr/>
        </p:nvGrpSpPr>
        <p:grpSpPr>
          <a:xfrm>
            <a:off x="713225" y="-596600"/>
            <a:ext cx="7417450" cy="6336700"/>
            <a:chOff x="713225" y="-596600"/>
            <a:chExt cx="7417450" cy="6336700"/>
          </a:xfrm>
        </p:grpSpPr>
        <p:sp>
          <p:nvSpPr>
            <p:cNvPr id="324" name="Google Shape;324;p37"/>
            <p:cNvSpPr/>
            <p:nvPr/>
          </p:nvSpPr>
          <p:spPr>
            <a:xfrm>
              <a:off x="6994575" y="-5966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325" name="Google Shape;325;p37"/>
            <p:cNvSpPr/>
            <p:nvPr/>
          </p:nvSpPr>
          <p:spPr>
            <a:xfrm rot="10800000">
              <a:off x="713225" y="46040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326" name="Google Shape;326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2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1" name="Google Shape;331;p39"/>
          <p:cNvSpPr txBox="1"/>
          <p:nvPr>
            <p:ph hasCustomPrompt="1" idx="2" type="title"/>
          </p:nvPr>
        </p:nvSpPr>
        <p:spPr>
          <a:xfrm>
            <a:off x="713225" y="155839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2" name="Google Shape;332;p39"/>
          <p:cNvSpPr txBox="1"/>
          <p:nvPr>
            <p:ph hasCustomPrompt="1" idx="3" type="title"/>
          </p:nvPr>
        </p:nvSpPr>
        <p:spPr>
          <a:xfrm>
            <a:off x="713225" y="289275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3" name="Google Shape;333;p39"/>
          <p:cNvSpPr txBox="1"/>
          <p:nvPr>
            <p:ph hasCustomPrompt="1" idx="4" type="title"/>
          </p:nvPr>
        </p:nvSpPr>
        <p:spPr>
          <a:xfrm>
            <a:off x="3412500" y="155839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4" name="Google Shape;334;p39"/>
          <p:cNvSpPr txBox="1"/>
          <p:nvPr>
            <p:ph hasCustomPrompt="1" idx="5" type="title"/>
          </p:nvPr>
        </p:nvSpPr>
        <p:spPr>
          <a:xfrm>
            <a:off x="3412500" y="289275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5" name="Google Shape;335;p39"/>
          <p:cNvSpPr txBox="1"/>
          <p:nvPr>
            <p:ph hasCustomPrompt="1" idx="6" type="title"/>
          </p:nvPr>
        </p:nvSpPr>
        <p:spPr>
          <a:xfrm>
            <a:off x="6111775" y="155839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6" name="Google Shape;336;p39"/>
          <p:cNvSpPr txBox="1"/>
          <p:nvPr>
            <p:ph hasCustomPrompt="1" idx="7" type="title"/>
          </p:nvPr>
        </p:nvSpPr>
        <p:spPr>
          <a:xfrm>
            <a:off x="6111775" y="289275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7" name="Google Shape;337;p39"/>
          <p:cNvSpPr txBox="1"/>
          <p:nvPr>
            <p:ph idx="1" type="subTitle"/>
          </p:nvPr>
        </p:nvSpPr>
        <p:spPr>
          <a:xfrm>
            <a:off x="720000" y="2131050"/>
            <a:ext cx="2305500" cy="4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338" name="Google Shape;338;p39"/>
          <p:cNvSpPr txBox="1"/>
          <p:nvPr>
            <p:ph idx="8" type="subTitle"/>
          </p:nvPr>
        </p:nvSpPr>
        <p:spPr>
          <a:xfrm>
            <a:off x="3419275" y="2131050"/>
            <a:ext cx="2305500" cy="4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339" name="Google Shape;339;p39"/>
          <p:cNvSpPr txBox="1"/>
          <p:nvPr>
            <p:ph idx="9" type="subTitle"/>
          </p:nvPr>
        </p:nvSpPr>
        <p:spPr>
          <a:xfrm>
            <a:off x="6118550" y="2131050"/>
            <a:ext cx="2305500" cy="4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340" name="Google Shape;340;p39"/>
          <p:cNvSpPr txBox="1"/>
          <p:nvPr>
            <p:ph idx="13" type="subTitle"/>
          </p:nvPr>
        </p:nvSpPr>
        <p:spPr>
          <a:xfrm>
            <a:off x="720000" y="3465450"/>
            <a:ext cx="2305500" cy="4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341" name="Google Shape;341;p39"/>
          <p:cNvSpPr txBox="1"/>
          <p:nvPr>
            <p:ph idx="14" type="subTitle"/>
          </p:nvPr>
        </p:nvSpPr>
        <p:spPr>
          <a:xfrm>
            <a:off x="3419275" y="3465450"/>
            <a:ext cx="2305500" cy="4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342" name="Google Shape;342;p39"/>
          <p:cNvSpPr txBox="1"/>
          <p:nvPr>
            <p:ph idx="15" type="subTitle"/>
          </p:nvPr>
        </p:nvSpPr>
        <p:spPr>
          <a:xfrm>
            <a:off x="6118550" y="3465450"/>
            <a:ext cx="2305500" cy="4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343" name="Google Shape;343;p39"/>
          <p:cNvSpPr/>
          <p:nvPr/>
        </p:nvSpPr>
        <p:spPr>
          <a:xfrm>
            <a:off x="5480600" y="-5966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grpSp>
        <p:nvGrpSpPr>
          <p:cNvPr id="344" name="Google Shape;344;p39"/>
          <p:cNvGrpSpPr/>
          <p:nvPr/>
        </p:nvGrpSpPr>
        <p:grpSpPr>
          <a:xfrm>
            <a:off x="3280025" y="4383456"/>
            <a:ext cx="6354550" cy="2152700"/>
            <a:chOff x="3280025" y="4383456"/>
            <a:chExt cx="6354550" cy="2152700"/>
          </a:xfrm>
        </p:grpSpPr>
        <p:sp>
          <p:nvSpPr>
            <p:cNvPr id="345" name="Google Shape;345;p39"/>
            <p:cNvSpPr/>
            <p:nvPr/>
          </p:nvSpPr>
          <p:spPr>
            <a:xfrm>
              <a:off x="5709975" y="4383456"/>
              <a:ext cx="39246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346" name="Google Shape;346;p39"/>
            <p:cNvSpPr/>
            <p:nvPr/>
          </p:nvSpPr>
          <p:spPr>
            <a:xfrm>
              <a:off x="3280025" y="4804556"/>
              <a:ext cx="39246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347" name="Google Shape;347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0"/>
          <p:cNvSpPr txBox="1"/>
          <p:nvPr>
            <p:ph type="title"/>
          </p:nvPr>
        </p:nvSpPr>
        <p:spPr>
          <a:xfrm>
            <a:off x="1727575" y="537275"/>
            <a:ext cx="3021300" cy="48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0" name="Google Shape;350;p40"/>
          <p:cNvSpPr/>
          <p:nvPr/>
        </p:nvSpPr>
        <p:spPr>
          <a:xfrm flipH="1" rot="10800000">
            <a:off x="7795325" y="46040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grpSp>
        <p:nvGrpSpPr>
          <p:cNvPr id="351" name="Google Shape;351;p40"/>
          <p:cNvGrpSpPr/>
          <p:nvPr/>
        </p:nvGrpSpPr>
        <p:grpSpPr>
          <a:xfrm>
            <a:off x="7945725" y="-1952125"/>
            <a:ext cx="2032725" cy="3687110"/>
            <a:chOff x="7945725" y="-1952125"/>
            <a:chExt cx="2032725" cy="3687110"/>
          </a:xfrm>
        </p:grpSpPr>
        <p:sp>
          <p:nvSpPr>
            <p:cNvPr id="352" name="Google Shape;352;p40"/>
            <p:cNvSpPr/>
            <p:nvPr/>
          </p:nvSpPr>
          <p:spPr>
            <a:xfrm flipH="1" rot="-5400000">
              <a:off x="7144125" y="-115052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353" name="Google Shape;353;p40"/>
            <p:cNvSpPr/>
            <p:nvPr/>
          </p:nvSpPr>
          <p:spPr>
            <a:xfrm flipH="1" rot="-5400000">
              <a:off x="7877850" y="-36561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354" name="Google Shape;354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7" name="Google Shape;357;p41"/>
          <p:cNvSpPr/>
          <p:nvPr/>
        </p:nvSpPr>
        <p:spPr>
          <a:xfrm flipH="1" rot="5400000">
            <a:off x="8587200" y="262035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grpSp>
        <p:nvGrpSpPr>
          <p:cNvPr id="358" name="Google Shape;358;p41"/>
          <p:cNvGrpSpPr/>
          <p:nvPr/>
        </p:nvGrpSpPr>
        <p:grpSpPr>
          <a:xfrm rot="10800000">
            <a:off x="-926750" y="3611050"/>
            <a:ext cx="2032725" cy="3687110"/>
            <a:chOff x="7945725" y="-1952125"/>
            <a:chExt cx="2032725" cy="3687110"/>
          </a:xfrm>
        </p:grpSpPr>
        <p:sp>
          <p:nvSpPr>
            <p:cNvPr id="359" name="Google Shape;359;p41"/>
            <p:cNvSpPr/>
            <p:nvPr/>
          </p:nvSpPr>
          <p:spPr>
            <a:xfrm flipH="1" rot="-5400000">
              <a:off x="7144125" y="-115052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360" name="Google Shape;360;p41"/>
            <p:cNvSpPr/>
            <p:nvPr/>
          </p:nvSpPr>
          <p:spPr>
            <a:xfrm flipH="1" rot="-5400000">
              <a:off x="7877850" y="-36561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361" name="Google Shape;361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_1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2"/>
          <p:cNvSpPr txBox="1"/>
          <p:nvPr>
            <p:ph type="title"/>
          </p:nvPr>
        </p:nvSpPr>
        <p:spPr>
          <a:xfrm>
            <a:off x="4189750" y="539500"/>
            <a:ext cx="3790200" cy="53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4" name="Google Shape;364;p42"/>
          <p:cNvSpPr txBox="1"/>
          <p:nvPr>
            <p:ph idx="1" type="subTitle"/>
          </p:nvPr>
        </p:nvSpPr>
        <p:spPr>
          <a:xfrm>
            <a:off x="4189750" y="1016800"/>
            <a:ext cx="3790200" cy="10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365" name="Google Shape;365;p42"/>
          <p:cNvSpPr/>
          <p:nvPr>
            <p:ph idx="2" type="pic"/>
          </p:nvPr>
        </p:nvSpPr>
        <p:spPr>
          <a:xfrm>
            <a:off x="3959350" y="2293950"/>
            <a:ext cx="4251000" cy="2368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66" name="Google Shape;366;p42"/>
          <p:cNvSpPr/>
          <p:nvPr>
            <p:ph idx="3" type="pic"/>
          </p:nvPr>
        </p:nvSpPr>
        <p:spPr>
          <a:xfrm>
            <a:off x="933650" y="481350"/>
            <a:ext cx="2831700" cy="418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367" name="Google Shape;367;p42"/>
          <p:cNvGrpSpPr/>
          <p:nvPr/>
        </p:nvGrpSpPr>
        <p:grpSpPr>
          <a:xfrm>
            <a:off x="-4477925" y="-1395544"/>
            <a:ext cx="6979225" cy="2657269"/>
            <a:chOff x="-3615625" y="539506"/>
            <a:chExt cx="6979225" cy="2657269"/>
          </a:xfrm>
        </p:grpSpPr>
        <p:sp>
          <p:nvSpPr>
            <p:cNvPr id="368" name="Google Shape;368;p42"/>
            <p:cNvSpPr/>
            <p:nvPr/>
          </p:nvSpPr>
          <p:spPr>
            <a:xfrm>
              <a:off x="-561000" y="539506"/>
              <a:ext cx="39246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369" name="Google Shape;369;p42"/>
            <p:cNvSpPr/>
            <p:nvPr/>
          </p:nvSpPr>
          <p:spPr>
            <a:xfrm>
              <a:off x="-3615625" y="1465175"/>
              <a:ext cx="49191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grpSp>
        <p:nvGrpSpPr>
          <p:cNvPr id="370" name="Google Shape;370;p42"/>
          <p:cNvGrpSpPr/>
          <p:nvPr/>
        </p:nvGrpSpPr>
        <p:grpSpPr>
          <a:xfrm>
            <a:off x="713225" y="-596600"/>
            <a:ext cx="7417450" cy="6336700"/>
            <a:chOff x="713225" y="-596600"/>
            <a:chExt cx="7417450" cy="6336700"/>
          </a:xfrm>
        </p:grpSpPr>
        <p:sp>
          <p:nvSpPr>
            <p:cNvPr id="371" name="Google Shape;371;p42"/>
            <p:cNvSpPr/>
            <p:nvPr/>
          </p:nvSpPr>
          <p:spPr>
            <a:xfrm>
              <a:off x="6994575" y="-5966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372" name="Google Shape;372;p42"/>
            <p:cNvSpPr/>
            <p:nvPr/>
          </p:nvSpPr>
          <p:spPr>
            <a:xfrm rot="10800000">
              <a:off x="713225" y="46040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373" name="Google Shape;373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3"/>
          <p:cNvSpPr txBox="1"/>
          <p:nvPr>
            <p:ph type="title"/>
          </p:nvPr>
        </p:nvSpPr>
        <p:spPr>
          <a:xfrm>
            <a:off x="900275" y="538975"/>
            <a:ext cx="2603100" cy="114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6" name="Google Shape;376;p43"/>
          <p:cNvSpPr txBox="1"/>
          <p:nvPr>
            <p:ph idx="1" type="subTitle"/>
          </p:nvPr>
        </p:nvSpPr>
        <p:spPr>
          <a:xfrm>
            <a:off x="900275" y="1798825"/>
            <a:ext cx="2603100" cy="10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377" name="Google Shape;377;p43"/>
          <p:cNvSpPr/>
          <p:nvPr>
            <p:ph idx="2" type="pic"/>
          </p:nvPr>
        </p:nvSpPr>
        <p:spPr>
          <a:xfrm>
            <a:off x="6248850" y="538975"/>
            <a:ext cx="2344500" cy="406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78" name="Google Shape;378;p43"/>
          <p:cNvSpPr/>
          <p:nvPr>
            <p:ph idx="3" type="pic"/>
          </p:nvPr>
        </p:nvSpPr>
        <p:spPr>
          <a:xfrm>
            <a:off x="713225" y="2902650"/>
            <a:ext cx="2977200" cy="1701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79" name="Google Shape;379;p43"/>
          <p:cNvSpPr/>
          <p:nvPr>
            <p:ph idx="4" type="pic"/>
          </p:nvPr>
        </p:nvSpPr>
        <p:spPr>
          <a:xfrm>
            <a:off x="3826788" y="538975"/>
            <a:ext cx="2285700" cy="406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380" name="Google Shape;380;p43"/>
          <p:cNvGrpSpPr/>
          <p:nvPr/>
        </p:nvGrpSpPr>
        <p:grpSpPr>
          <a:xfrm>
            <a:off x="7483500" y="3938431"/>
            <a:ext cx="5164450" cy="2657269"/>
            <a:chOff x="-1800850" y="539506"/>
            <a:chExt cx="5164450" cy="2657269"/>
          </a:xfrm>
        </p:grpSpPr>
        <p:sp>
          <p:nvSpPr>
            <p:cNvPr id="381" name="Google Shape;381;p43"/>
            <p:cNvSpPr/>
            <p:nvPr/>
          </p:nvSpPr>
          <p:spPr>
            <a:xfrm>
              <a:off x="-561000" y="539506"/>
              <a:ext cx="39246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382" name="Google Shape;382;p43"/>
            <p:cNvSpPr/>
            <p:nvPr/>
          </p:nvSpPr>
          <p:spPr>
            <a:xfrm>
              <a:off x="-1800850" y="1465175"/>
              <a:ext cx="49191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383" name="Google Shape;383;p43"/>
          <p:cNvSpPr/>
          <p:nvPr/>
        </p:nvSpPr>
        <p:spPr>
          <a:xfrm>
            <a:off x="2690700" y="-5966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384" name="Google Shape;384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0_1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4"/>
          <p:cNvSpPr txBox="1"/>
          <p:nvPr>
            <p:ph type="title"/>
          </p:nvPr>
        </p:nvSpPr>
        <p:spPr>
          <a:xfrm>
            <a:off x="713250" y="445025"/>
            <a:ext cx="463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7" name="Google Shape;387;p44"/>
          <p:cNvSpPr txBox="1"/>
          <p:nvPr>
            <p:ph idx="1" type="body"/>
          </p:nvPr>
        </p:nvSpPr>
        <p:spPr>
          <a:xfrm>
            <a:off x="713250" y="1257575"/>
            <a:ext cx="7717500" cy="23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388" name="Google Shape;388;p44"/>
          <p:cNvGrpSpPr/>
          <p:nvPr/>
        </p:nvGrpSpPr>
        <p:grpSpPr>
          <a:xfrm>
            <a:off x="4204900" y="4239206"/>
            <a:ext cx="6979225" cy="2095794"/>
            <a:chOff x="-3615625" y="1100981"/>
            <a:chExt cx="6979225" cy="2095794"/>
          </a:xfrm>
        </p:grpSpPr>
        <p:sp>
          <p:nvSpPr>
            <p:cNvPr id="389" name="Google Shape;389;p44"/>
            <p:cNvSpPr/>
            <p:nvPr/>
          </p:nvSpPr>
          <p:spPr>
            <a:xfrm>
              <a:off x="-561000" y="1100981"/>
              <a:ext cx="39246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390" name="Google Shape;390;p44"/>
            <p:cNvSpPr/>
            <p:nvPr/>
          </p:nvSpPr>
          <p:spPr>
            <a:xfrm>
              <a:off x="-3615625" y="1465175"/>
              <a:ext cx="49191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grpSp>
        <p:nvGrpSpPr>
          <p:cNvPr id="391" name="Google Shape;391;p44"/>
          <p:cNvGrpSpPr/>
          <p:nvPr/>
        </p:nvGrpSpPr>
        <p:grpSpPr>
          <a:xfrm>
            <a:off x="713225" y="-596600"/>
            <a:ext cx="7417450" cy="6336700"/>
            <a:chOff x="713225" y="-596600"/>
            <a:chExt cx="7417450" cy="6336700"/>
          </a:xfrm>
        </p:grpSpPr>
        <p:sp>
          <p:nvSpPr>
            <p:cNvPr id="392" name="Google Shape;392;p44"/>
            <p:cNvSpPr/>
            <p:nvPr/>
          </p:nvSpPr>
          <p:spPr>
            <a:xfrm>
              <a:off x="6994575" y="-5966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393" name="Google Shape;393;p44"/>
            <p:cNvSpPr/>
            <p:nvPr/>
          </p:nvSpPr>
          <p:spPr>
            <a:xfrm rot="10800000">
              <a:off x="713225" y="46040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394" name="Google Shape;394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7" name="Google Shape;397;p45"/>
          <p:cNvSpPr txBox="1"/>
          <p:nvPr>
            <p:ph idx="1" type="body"/>
          </p:nvPr>
        </p:nvSpPr>
        <p:spPr>
          <a:xfrm>
            <a:off x="720000" y="1215751"/>
            <a:ext cx="7704000" cy="22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398" name="Google Shape;398;p45"/>
          <p:cNvGrpSpPr/>
          <p:nvPr/>
        </p:nvGrpSpPr>
        <p:grpSpPr>
          <a:xfrm>
            <a:off x="8249766" y="-1863434"/>
            <a:ext cx="2258844" cy="6209550"/>
            <a:chOff x="8249766" y="-1863434"/>
            <a:chExt cx="2258844" cy="6209550"/>
          </a:xfrm>
        </p:grpSpPr>
        <p:sp>
          <p:nvSpPr>
            <p:cNvPr id="399" name="Google Shape;399;p45"/>
            <p:cNvSpPr/>
            <p:nvPr/>
          </p:nvSpPr>
          <p:spPr>
            <a:xfrm rot="5400000">
              <a:off x="7680509" y="1518016"/>
              <a:ext cx="39246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400" name="Google Shape;400;p45"/>
            <p:cNvSpPr/>
            <p:nvPr/>
          </p:nvSpPr>
          <p:spPr>
            <a:xfrm rot="5400000">
              <a:off x="6656016" y="-269684"/>
              <a:ext cx="49191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401" name="Google Shape;401;p45"/>
          <p:cNvSpPr/>
          <p:nvPr/>
        </p:nvSpPr>
        <p:spPr>
          <a:xfrm rot="10800000">
            <a:off x="713225" y="46040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402" name="Google Shape;402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_1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5" name="Google Shape;405;p46"/>
          <p:cNvSpPr txBox="1"/>
          <p:nvPr>
            <p:ph idx="1" type="body"/>
          </p:nvPr>
        </p:nvSpPr>
        <p:spPr>
          <a:xfrm>
            <a:off x="720000" y="1215750"/>
            <a:ext cx="7704000" cy="9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406" name="Google Shape;406;p46"/>
          <p:cNvGrpSpPr/>
          <p:nvPr/>
        </p:nvGrpSpPr>
        <p:grpSpPr>
          <a:xfrm>
            <a:off x="-1670525" y="-1520419"/>
            <a:ext cx="6979225" cy="1965444"/>
            <a:chOff x="-3615625" y="1231331"/>
            <a:chExt cx="6979225" cy="1965444"/>
          </a:xfrm>
        </p:grpSpPr>
        <p:sp>
          <p:nvSpPr>
            <p:cNvPr id="407" name="Google Shape;407;p46"/>
            <p:cNvSpPr/>
            <p:nvPr/>
          </p:nvSpPr>
          <p:spPr>
            <a:xfrm>
              <a:off x="-561000" y="1231331"/>
              <a:ext cx="39246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408" name="Google Shape;408;p46"/>
            <p:cNvSpPr/>
            <p:nvPr/>
          </p:nvSpPr>
          <p:spPr>
            <a:xfrm>
              <a:off x="-3615625" y="1465175"/>
              <a:ext cx="49191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grpSp>
        <p:nvGrpSpPr>
          <p:cNvPr id="409" name="Google Shape;409;p46"/>
          <p:cNvGrpSpPr/>
          <p:nvPr/>
        </p:nvGrpSpPr>
        <p:grpSpPr>
          <a:xfrm>
            <a:off x="3853900" y="-596600"/>
            <a:ext cx="4276775" cy="6336700"/>
            <a:chOff x="3853900" y="-596600"/>
            <a:chExt cx="4276775" cy="6336700"/>
          </a:xfrm>
        </p:grpSpPr>
        <p:sp>
          <p:nvSpPr>
            <p:cNvPr id="410" name="Google Shape;410;p46"/>
            <p:cNvSpPr/>
            <p:nvPr/>
          </p:nvSpPr>
          <p:spPr>
            <a:xfrm>
              <a:off x="6994575" y="-5966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411" name="Google Shape;411;p46"/>
            <p:cNvSpPr/>
            <p:nvPr/>
          </p:nvSpPr>
          <p:spPr>
            <a:xfrm rot="10800000">
              <a:off x="3853900" y="46040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412" name="Google Shape;412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5" name="Google Shape;415;p47"/>
          <p:cNvSpPr txBox="1"/>
          <p:nvPr>
            <p:ph idx="1" type="subTitle"/>
          </p:nvPr>
        </p:nvSpPr>
        <p:spPr>
          <a:xfrm>
            <a:off x="720000" y="2607900"/>
            <a:ext cx="2430900" cy="13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416" name="Google Shape;416;p47"/>
          <p:cNvSpPr txBox="1"/>
          <p:nvPr>
            <p:ph idx="2" type="subTitle"/>
          </p:nvPr>
        </p:nvSpPr>
        <p:spPr>
          <a:xfrm>
            <a:off x="3356540" y="2607900"/>
            <a:ext cx="2430900" cy="13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417" name="Google Shape;417;p47"/>
          <p:cNvSpPr txBox="1"/>
          <p:nvPr>
            <p:ph idx="3" type="subTitle"/>
          </p:nvPr>
        </p:nvSpPr>
        <p:spPr>
          <a:xfrm>
            <a:off x="5993079" y="2607901"/>
            <a:ext cx="2430900" cy="13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418" name="Google Shape;418;p47"/>
          <p:cNvSpPr txBox="1"/>
          <p:nvPr>
            <p:ph idx="4" type="subTitle"/>
          </p:nvPr>
        </p:nvSpPr>
        <p:spPr>
          <a:xfrm>
            <a:off x="720000" y="1745125"/>
            <a:ext cx="2430900" cy="7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19" name="Google Shape;419;p47"/>
          <p:cNvSpPr txBox="1"/>
          <p:nvPr>
            <p:ph idx="5" type="subTitle"/>
          </p:nvPr>
        </p:nvSpPr>
        <p:spPr>
          <a:xfrm>
            <a:off x="3356544" y="1745125"/>
            <a:ext cx="2430900" cy="7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20" name="Google Shape;420;p47"/>
          <p:cNvSpPr txBox="1"/>
          <p:nvPr>
            <p:ph idx="6" type="subTitle"/>
          </p:nvPr>
        </p:nvSpPr>
        <p:spPr>
          <a:xfrm>
            <a:off x="5993079" y="1745125"/>
            <a:ext cx="2430900" cy="7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grpSp>
        <p:nvGrpSpPr>
          <p:cNvPr id="421" name="Google Shape;421;p47"/>
          <p:cNvGrpSpPr/>
          <p:nvPr/>
        </p:nvGrpSpPr>
        <p:grpSpPr>
          <a:xfrm>
            <a:off x="2534225" y="4402100"/>
            <a:ext cx="5431958" cy="2043145"/>
            <a:chOff x="2534225" y="4402100"/>
            <a:chExt cx="5431958" cy="2043145"/>
          </a:xfrm>
        </p:grpSpPr>
        <p:sp>
          <p:nvSpPr>
            <p:cNvPr id="422" name="Google Shape;422;p47"/>
            <p:cNvSpPr/>
            <p:nvPr/>
          </p:nvSpPr>
          <p:spPr>
            <a:xfrm>
              <a:off x="2534225" y="4402100"/>
              <a:ext cx="3123600" cy="1506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423" name="Google Shape;423;p47"/>
            <p:cNvSpPr/>
            <p:nvPr/>
          </p:nvSpPr>
          <p:spPr>
            <a:xfrm>
              <a:off x="4051183" y="4713645"/>
              <a:ext cx="39150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424" name="Google Shape;424;p47"/>
          <p:cNvSpPr/>
          <p:nvPr/>
        </p:nvSpPr>
        <p:spPr>
          <a:xfrm>
            <a:off x="7581975" y="-5966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425" name="Google Shape;425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8" name="Google Shape;428;p48"/>
          <p:cNvSpPr txBox="1"/>
          <p:nvPr>
            <p:ph idx="1" type="subTitle"/>
          </p:nvPr>
        </p:nvSpPr>
        <p:spPr>
          <a:xfrm>
            <a:off x="1253225" y="1701835"/>
            <a:ext cx="2811000" cy="10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429" name="Google Shape;429;p48"/>
          <p:cNvSpPr txBox="1"/>
          <p:nvPr>
            <p:ph idx="2" type="subTitle"/>
          </p:nvPr>
        </p:nvSpPr>
        <p:spPr>
          <a:xfrm>
            <a:off x="5079776" y="1701828"/>
            <a:ext cx="2811000" cy="10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430" name="Google Shape;430;p48"/>
          <p:cNvSpPr txBox="1"/>
          <p:nvPr>
            <p:ph idx="3" type="subTitle"/>
          </p:nvPr>
        </p:nvSpPr>
        <p:spPr>
          <a:xfrm>
            <a:off x="1253225" y="3313801"/>
            <a:ext cx="2811000" cy="12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431" name="Google Shape;431;p48"/>
          <p:cNvSpPr txBox="1"/>
          <p:nvPr>
            <p:ph idx="4" type="subTitle"/>
          </p:nvPr>
        </p:nvSpPr>
        <p:spPr>
          <a:xfrm>
            <a:off x="5079775" y="3313799"/>
            <a:ext cx="2811000" cy="12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432" name="Google Shape;432;p48"/>
          <p:cNvSpPr txBox="1"/>
          <p:nvPr>
            <p:ph idx="5" type="subTitle"/>
          </p:nvPr>
        </p:nvSpPr>
        <p:spPr>
          <a:xfrm>
            <a:off x="1253224" y="1321079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433" name="Google Shape;433;p48"/>
          <p:cNvSpPr txBox="1"/>
          <p:nvPr>
            <p:ph idx="6" type="subTitle"/>
          </p:nvPr>
        </p:nvSpPr>
        <p:spPr>
          <a:xfrm>
            <a:off x="1253224" y="2933132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434" name="Google Shape;434;p48"/>
          <p:cNvSpPr txBox="1"/>
          <p:nvPr>
            <p:ph idx="7" type="subTitle"/>
          </p:nvPr>
        </p:nvSpPr>
        <p:spPr>
          <a:xfrm>
            <a:off x="5079750" y="1321075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435" name="Google Shape;435;p48"/>
          <p:cNvSpPr txBox="1"/>
          <p:nvPr>
            <p:ph idx="8" type="subTitle"/>
          </p:nvPr>
        </p:nvSpPr>
        <p:spPr>
          <a:xfrm>
            <a:off x="5079750" y="2933125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grpSp>
        <p:nvGrpSpPr>
          <p:cNvPr id="436" name="Google Shape;436;p48"/>
          <p:cNvGrpSpPr/>
          <p:nvPr/>
        </p:nvGrpSpPr>
        <p:grpSpPr>
          <a:xfrm>
            <a:off x="-1670525" y="-1520419"/>
            <a:ext cx="6979225" cy="1965444"/>
            <a:chOff x="-3615625" y="1231331"/>
            <a:chExt cx="6979225" cy="1965444"/>
          </a:xfrm>
        </p:grpSpPr>
        <p:sp>
          <p:nvSpPr>
            <p:cNvPr id="437" name="Google Shape;437;p48"/>
            <p:cNvSpPr/>
            <p:nvPr/>
          </p:nvSpPr>
          <p:spPr>
            <a:xfrm>
              <a:off x="-561000" y="1231331"/>
              <a:ext cx="39246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438" name="Google Shape;438;p48"/>
            <p:cNvSpPr/>
            <p:nvPr/>
          </p:nvSpPr>
          <p:spPr>
            <a:xfrm>
              <a:off x="-3615625" y="1465175"/>
              <a:ext cx="49191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439" name="Google Shape;439;p48"/>
          <p:cNvSpPr/>
          <p:nvPr/>
        </p:nvSpPr>
        <p:spPr>
          <a:xfrm rot="10800000">
            <a:off x="4003950" y="46040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440" name="Google Shape;440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3" name="Google Shape;443;p49"/>
          <p:cNvSpPr txBox="1"/>
          <p:nvPr>
            <p:ph idx="1" type="subTitle"/>
          </p:nvPr>
        </p:nvSpPr>
        <p:spPr>
          <a:xfrm>
            <a:off x="712900" y="1786350"/>
            <a:ext cx="2469300" cy="1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444" name="Google Shape;444;p49"/>
          <p:cNvSpPr txBox="1"/>
          <p:nvPr>
            <p:ph idx="2" type="subTitle"/>
          </p:nvPr>
        </p:nvSpPr>
        <p:spPr>
          <a:xfrm>
            <a:off x="3281976" y="1786360"/>
            <a:ext cx="2579700" cy="1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445" name="Google Shape;445;p49"/>
          <p:cNvSpPr txBox="1"/>
          <p:nvPr>
            <p:ph idx="3" type="subTitle"/>
          </p:nvPr>
        </p:nvSpPr>
        <p:spPr>
          <a:xfrm>
            <a:off x="712900" y="3463652"/>
            <a:ext cx="2469300" cy="1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446" name="Google Shape;446;p49"/>
          <p:cNvSpPr txBox="1"/>
          <p:nvPr>
            <p:ph idx="4" type="subTitle"/>
          </p:nvPr>
        </p:nvSpPr>
        <p:spPr>
          <a:xfrm>
            <a:off x="3281985" y="3463653"/>
            <a:ext cx="2579700" cy="1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447" name="Google Shape;447;p49"/>
          <p:cNvSpPr txBox="1"/>
          <p:nvPr>
            <p:ph idx="5" type="subTitle"/>
          </p:nvPr>
        </p:nvSpPr>
        <p:spPr>
          <a:xfrm>
            <a:off x="5961455" y="1786356"/>
            <a:ext cx="2469300" cy="1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448" name="Google Shape;448;p49"/>
          <p:cNvSpPr txBox="1"/>
          <p:nvPr>
            <p:ph idx="6" type="subTitle"/>
          </p:nvPr>
        </p:nvSpPr>
        <p:spPr>
          <a:xfrm>
            <a:off x="5961474" y="3463652"/>
            <a:ext cx="2469300" cy="1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449" name="Google Shape;449;p49"/>
          <p:cNvSpPr txBox="1"/>
          <p:nvPr>
            <p:ph idx="7" type="subTitle"/>
          </p:nvPr>
        </p:nvSpPr>
        <p:spPr>
          <a:xfrm>
            <a:off x="712900" y="1330123"/>
            <a:ext cx="2469300" cy="4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450" name="Google Shape;450;p49"/>
          <p:cNvSpPr txBox="1"/>
          <p:nvPr>
            <p:ph idx="8" type="subTitle"/>
          </p:nvPr>
        </p:nvSpPr>
        <p:spPr>
          <a:xfrm>
            <a:off x="3281974" y="1330123"/>
            <a:ext cx="2577300" cy="4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451" name="Google Shape;451;p49"/>
          <p:cNvSpPr txBox="1"/>
          <p:nvPr>
            <p:ph idx="9" type="subTitle"/>
          </p:nvPr>
        </p:nvSpPr>
        <p:spPr>
          <a:xfrm>
            <a:off x="5961452" y="1330123"/>
            <a:ext cx="2466900" cy="4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452" name="Google Shape;452;p49"/>
          <p:cNvSpPr txBox="1"/>
          <p:nvPr>
            <p:ph idx="13" type="subTitle"/>
          </p:nvPr>
        </p:nvSpPr>
        <p:spPr>
          <a:xfrm>
            <a:off x="712900" y="3009960"/>
            <a:ext cx="2469300" cy="4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453" name="Google Shape;453;p49"/>
          <p:cNvSpPr txBox="1"/>
          <p:nvPr>
            <p:ph idx="14" type="subTitle"/>
          </p:nvPr>
        </p:nvSpPr>
        <p:spPr>
          <a:xfrm>
            <a:off x="3281974" y="3009958"/>
            <a:ext cx="2577300" cy="4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454" name="Google Shape;454;p49"/>
          <p:cNvSpPr txBox="1"/>
          <p:nvPr>
            <p:ph idx="15" type="subTitle"/>
          </p:nvPr>
        </p:nvSpPr>
        <p:spPr>
          <a:xfrm>
            <a:off x="5961452" y="3009953"/>
            <a:ext cx="2469300" cy="4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455" name="Google Shape;455;p49"/>
          <p:cNvSpPr/>
          <p:nvPr/>
        </p:nvSpPr>
        <p:spPr>
          <a:xfrm flipH="1" rot="10800000">
            <a:off x="7795325" y="46040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grpSp>
        <p:nvGrpSpPr>
          <p:cNvPr id="456" name="Google Shape;456;p49"/>
          <p:cNvGrpSpPr/>
          <p:nvPr/>
        </p:nvGrpSpPr>
        <p:grpSpPr>
          <a:xfrm>
            <a:off x="7945725" y="-1952125"/>
            <a:ext cx="2032725" cy="3687110"/>
            <a:chOff x="7945725" y="-1952125"/>
            <a:chExt cx="2032725" cy="3687110"/>
          </a:xfrm>
        </p:grpSpPr>
        <p:sp>
          <p:nvSpPr>
            <p:cNvPr id="457" name="Google Shape;457;p49"/>
            <p:cNvSpPr/>
            <p:nvPr/>
          </p:nvSpPr>
          <p:spPr>
            <a:xfrm flipH="1" rot="-5400000">
              <a:off x="7144125" y="-115052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458" name="Google Shape;458;p49"/>
            <p:cNvSpPr/>
            <p:nvPr/>
          </p:nvSpPr>
          <p:spPr>
            <a:xfrm flipH="1" rot="-5400000">
              <a:off x="7877850" y="-36561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459" name="Google Shape;459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0"/>
          <p:cNvSpPr txBox="1"/>
          <p:nvPr>
            <p:ph type="title"/>
          </p:nvPr>
        </p:nvSpPr>
        <p:spPr>
          <a:xfrm>
            <a:off x="1676163" y="915275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2" name="Google Shape;462;p50"/>
          <p:cNvSpPr txBox="1"/>
          <p:nvPr>
            <p:ph idx="1" type="subTitle"/>
          </p:nvPr>
        </p:nvSpPr>
        <p:spPr>
          <a:xfrm>
            <a:off x="1676125" y="200435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463" name="Google Shape;463;p50"/>
          <p:cNvSpPr/>
          <p:nvPr/>
        </p:nvSpPr>
        <p:spPr>
          <a:xfrm>
            <a:off x="713225" y="-5966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464" name="Google Shape;464;p50"/>
          <p:cNvSpPr/>
          <p:nvPr/>
        </p:nvSpPr>
        <p:spPr>
          <a:xfrm flipH="1" rot="10800000">
            <a:off x="7294675" y="46040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465" name="Google Shape;465;p50"/>
          <p:cNvSpPr txBox="1"/>
          <p:nvPr/>
        </p:nvSpPr>
        <p:spPr>
          <a:xfrm>
            <a:off x="1676175" y="3063050"/>
            <a:ext cx="4448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CREDITS: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1" sz="1000" u="sng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6" name="Google Shape;466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" name="Google Shape;468;p51"/>
          <p:cNvGrpSpPr/>
          <p:nvPr/>
        </p:nvGrpSpPr>
        <p:grpSpPr>
          <a:xfrm>
            <a:off x="-3234625" y="-789144"/>
            <a:ext cx="6979225" cy="2657269"/>
            <a:chOff x="-3615625" y="539506"/>
            <a:chExt cx="6979225" cy="2657269"/>
          </a:xfrm>
        </p:grpSpPr>
        <p:sp>
          <p:nvSpPr>
            <p:cNvPr id="469" name="Google Shape;469;p51"/>
            <p:cNvSpPr/>
            <p:nvPr/>
          </p:nvSpPr>
          <p:spPr>
            <a:xfrm>
              <a:off x="-561000" y="539506"/>
              <a:ext cx="39246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470" name="Google Shape;470;p51"/>
            <p:cNvSpPr/>
            <p:nvPr/>
          </p:nvSpPr>
          <p:spPr>
            <a:xfrm>
              <a:off x="-3615625" y="1465175"/>
              <a:ext cx="49191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grpSp>
        <p:nvGrpSpPr>
          <p:cNvPr id="471" name="Google Shape;471;p51"/>
          <p:cNvGrpSpPr/>
          <p:nvPr/>
        </p:nvGrpSpPr>
        <p:grpSpPr>
          <a:xfrm>
            <a:off x="713225" y="-596600"/>
            <a:ext cx="7417450" cy="6336700"/>
            <a:chOff x="713225" y="-596600"/>
            <a:chExt cx="7417450" cy="6336700"/>
          </a:xfrm>
        </p:grpSpPr>
        <p:sp>
          <p:nvSpPr>
            <p:cNvPr id="472" name="Google Shape;472;p51"/>
            <p:cNvSpPr/>
            <p:nvPr/>
          </p:nvSpPr>
          <p:spPr>
            <a:xfrm>
              <a:off x="6994575" y="-5966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473" name="Google Shape;473;p51"/>
            <p:cNvSpPr/>
            <p:nvPr/>
          </p:nvSpPr>
          <p:spPr>
            <a:xfrm rot="10800000">
              <a:off x="713225" y="46040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474" name="Google Shape;474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2"/>
          <p:cNvSpPr/>
          <p:nvPr/>
        </p:nvSpPr>
        <p:spPr>
          <a:xfrm flipH="1" rot="10800000">
            <a:off x="7795325" y="46040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grpSp>
        <p:nvGrpSpPr>
          <p:cNvPr id="477" name="Google Shape;477;p52"/>
          <p:cNvGrpSpPr/>
          <p:nvPr/>
        </p:nvGrpSpPr>
        <p:grpSpPr>
          <a:xfrm>
            <a:off x="7945725" y="-1952125"/>
            <a:ext cx="2032725" cy="3687110"/>
            <a:chOff x="7945725" y="-1952125"/>
            <a:chExt cx="2032725" cy="3687110"/>
          </a:xfrm>
        </p:grpSpPr>
        <p:sp>
          <p:nvSpPr>
            <p:cNvPr id="478" name="Google Shape;478;p52"/>
            <p:cNvSpPr/>
            <p:nvPr/>
          </p:nvSpPr>
          <p:spPr>
            <a:xfrm flipH="1" rot="-5400000">
              <a:off x="7144125" y="-115052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479" name="Google Shape;479;p52"/>
            <p:cNvSpPr/>
            <p:nvPr/>
          </p:nvSpPr>
          <p:spPr>
            <a:xfrm flipH="1" rot="-5400000">
              <a:off x="7877850" y="-36561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480" name="Google Shape;480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4"/>
          <p:cNvSpPr txBox="1"/>
          <p:nvPr>
            <p:ph type="ctrTitle"/>
          </p:nvPr>
        </p:nvSpPr>
        <p:spPr>
          <a:xfrm>
            <a:off x="3311225" y="1894150"/>
            <a:ext cx="5119500" cy="223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487" name="Google Shape;487;p54"/>
          <p:cNvSpPr txBox="1"/>
          <p:nvPr>
            <p:ph idx="1" type="subTitle"/>
          </p:nvPr>
        </p:nvSpPr>
        <p:spPr>
          <a:xfrm>
            <a:off x="3311225" y="4128200"/>
            <a:ext cx="51195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488" name="Google Shape;488;p54"/>
          <p:cNvGrpSpPr/>
          <p:nvPr/>
        </p:nvGrpSpPr>
        <p:grpSpPr>
          <a:xfrm>
            <a:off x="713225" y="-596600"/>
            <a:ext cx="7417450" cy="6336700"/>
            <a:chOff x="713225" y="-596600"/>
            <a:chExt cx="7417450" cy="6336700"/>
          </a:xfrm>
        </p:grpSpPr>
        <p:sp>
          <p:nvSpPr>
            <p:cNvPr id="489" name="Google Shape;489;p54"/>
            <p:cNvSpPr/>
            <p:nvPr/>
          </p:nvSpPr>
          <p:spPr>
            <a:xfrm>
              <a:off x="6994575" y="-5966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490" name="Google Shape;490;p54"/>
            <p:cNvSpPr/>
            <p:nvPr/>
          </p:nvSpPr>
          <p:spPr>
            <a:xfrm rot="10800000">
              <a:off x="713225" y="46040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5"/>
          <p:cNvSpPr txBox="1"/>
          <p:nvPr>
            <p:ph type="title"/>
          </p:nvPr>
        </p:nvSpPr>
        <p:spPr>
          <a:xfrm>
            <a:off x="1588575" y="2625825"/>
            <a:ext cx="2808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93" name="Google Shape;493;p55"/>
          <p:cNvSpPr txBox="1"/>
          <p:nvPr>
            <p:ph hasCustomPrompt="1" idx="2" type="title"/>
          </p:nvPr>
        </p:nvSpPr>
        <p:spPr>
          <a:xfrm>
            <a:off x="1588575" y="1675875"/>
            <a:ext cx="1288800" cy="1096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494" name="Google Shape;494;p55"/>
          <p:cNvGrpSpPr/>
          <p:nvPr/>
        </p:nvGrpSpPr>
        <p:grpSpPr>
          <a:xfrm flipH="1">
            <a:off x="713225" y="-596600"/>
            <a:ext cx="7417450" cy="6336700"/>
            <a:chOff x="713225" y="-596600"/>
            <a:chExt cx="7417450" cy="6336700"/>
          </a:xfrm>
        </p:grpSpPr>
        <p:sp>
          <p:nvSpPr>
            <p:cNvPr id="495" name="Google Shape;495;p55"/>
            <p:cNvSpPr/>
            <p:nvPr/>
          </p:nvSpPr>
          <p:spPr>
            <a:xfrm>
              <a:off x="6994575" y="-5966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496" name="Google Shape;496;p55"/>
            <p:cNvSpPr/>
            <p:nvPr/>
          </p:nvSpPr>
          <p:spPr>
            <a:xfrm rot="10800000">
              <a:off x="713225" y="46040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497" name="Google Shape;497;p55"/>
          <p:cNvSpPr/>
          <p:nvPr>
            <p:ph idx="3" type="pic"/>
          </p:nvPr>
        </p:nvSpPr>
        <p:spPr>
          <a:xfrm>
            <a:off x="4771725" y="560550"/>
            <a:ext cx="2783700" cy="4022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98" name="Google Shape;498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01" name="Google Shape;501;p56"/>
          <p:cNvSpPr txBox="1"/>
          <p:nvPr>
            <p:ph idx="1" type="body"/>
          </p:nvPr>
        </p:nvSpPr>
        <p:spPr>
          <a:xfrm>
            <a:off x="720000" y="1139551"/>
            <a:ext cx="77040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502" name="Google Shape;502;p56"/>
          <p:cNvSpPr/>
          <p:nvPr/>
        </p:nvSpPr>
        <p:spPr>
          <a:xfrm flipH="1" rot="10800000">
            <a:off x="7795325" y="46040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grpSp>
        <p:nvGrpSpPr>
          <p:cNvPr id="503" name="Google Shape;503;p56"/>
          <p:cNvGrpSpPr/>
          <p:nvPr/>
        </p:nvGrpSpPr>
        <p:grpSpPr>
          <a:xfrm>
            <a:off x="7945725" y="-1952125"/>
            <a:ext cx="2032725" cy="3687110"/>
            <a:chOff x="7945725" y="-1952125"/>
            <a:chExt cx="2032725" cy="3687110"/>
          </a:xfrm>
        </p:grpSpPr>
        <p:sp>
          <p:nvSpPr>
            <p:cNvPr id="504" name="Google Shape;504;p56"/>
            <p:cNvSpPr/>
            <p:nvPr/>
          </p:nvSpPr>
          <p:spPr>
            <a:xfrm flipH="1" rot="-5400000">
              <a:off x="7144125" y="-115052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505" name="Google Shape;505;p56"/>
            <p:cNvSpPr/>
            <p:nvPr/>
          </p:nvSpPr>
          <p:spPr>
            <a:xfrm flipH="1" rot="-5400000">
              <a:off x="7877850" y="-36561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506" name="Google Shape;506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09" name="Google Shape;509;p57"/>
          <p:cNvSpPr txBox="1"/>
          <p:nvPr>
            <p:ph idx="1" type="subTitle"/>
          </p:nvPr>
        </p:nvSpPr>
        <p:spPr>
          <a:xfrm>
            <a:off x="5017188" y="2215225"/>
            <a:ext cx="2695800" cy="17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10" name="Google Shape;510;p57"/>
          <p:cNvSpPr txBox="1"/>
          <p:nvPr>
            <p:ph idx="2" type="subTitle"/>
          </p:nvPr>
        </p:nvSpPr>
        <p:spPr>
          <a:xfrm>
            <a:off x="1431012" y="2215231"/>
            <a:ext cx="2695800" cy="17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11" name="Google Shape;511;p57"/>
          <p:cNvSpPr txBox="1"/>
          <p:nvPr>
            <p:ph idx="3" type="subTitle"/>
          </p:nvPr>
        </p:nvSpPr>
        <p:spPr>
          <a:xfrm>
            <a:off x="1431000" y="1616875"/>
            <a:ext cx="2695800" cy="48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512" name="Google Shape;512;p57"/>
          <p:cNvSpPr txBox="1"/>
          <p:nvPr>
            <p:ph idx="4" type="subTitle"/>
          </p:nvPr>
        </p:nvSpPr>
        <p:spPr>
          <a:xfrm>
            <a:off x="5017175" y="1616875"/>
            <a:ext cx="2695800" cy="48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grpSp>
        <p:nvGrpSpPr>
          <p:cNvPr id="513" name="Google Shape;513;p57"/>
          <p:cNvGrpSpPr/>
          <p:nvPr/>
        </p:nvGrpSpPr>
        <p:grpSpPr>
          <a:xfrm>
            <a:off x="6370575" y="3485931"/>
            <a:ext cx="5495325" cy="2657269"/>
            <a:chOff x="-3615625" y="539506"/>
            <a:chExt cx="5495325" cy="2657269"/>
          </a:xfrm>
        </p:grpSpPr>
        <p:sp>
          <p:nvSpPr>
            <p:cNvPr id="514" name="Google Shape;514;p57"/>
            <p:cNvSpPr/>
            <p:nvPr/>
          </p:nvSpPr>
          <p:spPr>
            <a:xfrm>
              <a:off x="-2044900" y="539506"/>
              <a:ext cx="39246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515" name="Google Shape;515;p57"/>
            <p:cNvSpPr/>
            <p:nvPr/>
          </p:nvSpPr>
          <p:spPr>
            <a:xfrm>
              <a:off x="-3615625" y="1465175"/>
              <a:ext cx="49191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grpSp>
        <p:nvGrpSpPr>
          <p:cNvPr id="516" name="Google Shape;516;p57"/>
          <p:cNvGrpSpPr/>
          <p:nvPr/>
        </p:nvGrpSpPr>
        <p:grpSpPr>
          <a:xfrm>
            <a:off x="713225" y="-596600"/>
            <a:ext cx="7417450" cy="6336700"/>
            <a:chOff x="713225" y="-596600"/>
            <a:chExt cx="7417450" cy="6336700"/>
          </a:xfrm>
        </p:grpSpPr>
        <p:sp>
          <p:nvSpPr>
            <p:cNvPr id="517" name="Google Shape;517;p57"/>
            <p:cNvSpPr/>
            <p:nvPr/>
          </p:nvSpPr>
          <p:spPr>
            <a:xfrm>
              <a:off x="6994575" y="-5966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518" name="Google Shape;518;p57"/>
            <p:cNvSpPr/>
            <p:nvPr/>
          </p:nvSpPr>
          <p:spPr>
            <a:xfrm rot="10800000">
              <a:off x="713225" y="46040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519" name="Google Shape;519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2" name="Google Shape;522;p58"/>
          <p:cNvSpPr/>
          <p:nvPr/>
        </p:nvSpPr>
        <p:spPr>
          <a:xfrm flipH="1" rot="10800000">
            <a:off x="145175" y="46040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grpSp>
        <p:nvGrpSpPr>
          <p:cNvPr id="523" name="Google Shape;523;p58"/>
          <p:cNvGrpSpPr/>
          <p:nvPr/>
        </p:nvGrpSpPr>
        <p:grpSpPr>
          <a:xfrm>
            <a:off x="7945725" y="-1952125"/>
            <a:ext cx="2032725" cy="3687110"/>
            <a:chOff x="7945725" y="-1952125"/>
            <a:chExt cx="2032725" cy="3687110"/>
          </a:xfrm>
        </p:grpSpPr>
        <p:sp>
          <p:nvSpPr>
            <p:cNvPr id="524" name="Google Shape;524;p58"/>
            <p:cNvSpPr/>
            <p:nvPr/>
          </p:nvSpPr>
          <p:spPr>
            <a:xfrm flipH="1" rot="-5400000">
              <a:off x="7144125" y="-115052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525" name="Google Shape;525;p58"/>
            <p:cNvSpPr/>
            <p:nvPr/>
          </p:nvSpPr>
          <p:spPr>
            <a:xfrm flipH="1" rot="-5400000">
              <a:off x="7877850" y="-36561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526" name="Google Shape;526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9"/>
          <p:cNvSpPr txBox="1"/>
          <p:nvPr>
            <p:ph type="title"/>
          </p:nvPr>
        </p:nvSpPr>
        <p:spPr>
          <a:xfrm>
            <a:off x="3922100" y="701132"/>
            <a:ext cx="4294800" cy="105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9" name="Google Shape;529;p59"/>
          <p:cNvSpPr txBox="1"/>
          <p:nvPr>
            <p:ph idx="1" type="subTitle"/>
          </p:nvPr>
        </p:nvSpPr>
        <p:spPr>
          <a:xfrm>
            <a:off x="3922100" y="1815856"/>
            <a:ext cx="4294800" cy="26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Char char="■"/>
              <a:defRPr/>
            </a:lvl9pPr>
          </a:lstStyle>
          <a:p/>
        </p:txBody>
      </p:sp>
      <p:sp>
        <p:nvSpPr>
          <p:cNvPr id="530" name="Google Shape;530;p59"/>
          <p:cNvSpPr/>
          <p:nvPr>
            <p:ph idx="2" type="pic"/>
          </p:nvPr>
        </p:nvSpPr>
        <p:spPr>
          <a:xfrm>
            <a:off x="927100" y="560550"/>
            <a:ext cx="2783700" cy="4022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31" name="Google Shape;531;p59"/>
          <p:cNvSpPr/>
          <p:nvPr/>
        </p:nvSpPr>
        <p:spPr>
          <a:xfrm rot="10800000">
            <a:off x="7862725" y="46040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grpSp>
        <p:nvGrpSpPr>
          <p:cNvPr id="532" name="Google Shape;532;p59"/>
          <p:cNvGrpSpPr/>
          <p:nvPr/>
        </p:nvGrpSpPr>
        <p:grpSpPr>
          <a:xfrm>
            <a:off x="-725697" y="-633047"/>
            <a:ext cx="2877844" cy="7440475"/>
            <a:chOff x="-725697" y="-633047"/>
            <a:chExt cx="2877844" cy="7440475"/>
          </a:xfrm>
        </p:grpSpPr>
        <p:sp>
          <p:nvSpPr>
            <p:cNvPr id="533" name="Google Shape;533;p59"/>
            <p:cNvSpPr/>
            <p:nvPr/>
          </p:nvSpPr>
          <p:spPr>
            <a:xfrm rot="-5400000">
              <a:off x="-1822197" y="463453"/>
              <a:ext cx="39246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534" name="Google Shape;534;p59"/>
            <p:cNvSpPr/>
            <p:nvPr/>
          </p:nvSpPr>
          <p:spPr>
            <a:xfrm rot="-5400000">
              <a:off x="-1173203" y="3482078"/>
              <a:ext cx="49191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535" name="Google Shape;535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0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38" name="Google Shape;538;p60"/>
          <p:cNvSpPr/>
          <p:nvPr/>
        </p:nvSpPr>
        <p:spPr>
          <a:xfrm flipH="1" rot="10800000">
            <a:off x="7795325" y="46040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grpSp>
        <p:nvGrpSpPr>
          <p:cNvPr id="539" name="Google Shape;539;p60"/>
          <p:cNvGrpSpPr/>
          <p:nvPr/>
        </p:nvGrpSpPr>
        <p:grpSpPr>
          <a:xfrm>
            <a:off x="7945725" y="-1952125"/>
            <a:ext cx="2032725" cy="3687110"/>
            <a:chOff x="7945725" y="-1952125"/>
            <a:chExt cx="2032725" cy="3687110"/>
          </a:xfrm>
        </p:grpSpPr>
        <p:sp>
          <p:nvSpPr>
            <p:cNvPr id="540" name="Google Shape;540;p60"/>
            <p:cNvSpPr/>
            <p:nvPr/>
          </p:nvSpPr>
          <p:spPr>
            <a:xfrm flipH="1" rot="-5400000">
              <a:off x="7144125" y="-115052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541" name="Google Shape;541;p60"/>
            <p:cNvSpPr/>
            <p:nvPr/>
          </p:nvSpPr>
          <p:spPr>
            <a:xfrm flipH="1" rot="-5400000">
              <a:off x="7877850" y="-36561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542" name="Google Shape;542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1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5" name="Google Shape;545;p61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546" name="Google Shape;546;p61"/>
          <p:cNvGrpSpPr/>
          <p:nvPr/>
        </p:nvGrpSpPr>
        <p:grpSpPr>
          <a:xfrm>
            <a:off x="2534225" y="4402100"/>
            <a:ext cx="5431958" cy="2043145"/>
            <a:chOff x="2534225" y="4402100"/>
            <a:chExt cx="5431958" cy="2043145"/>
          </a:xfrm>
        </p:grpSpPr>
        <p:sp>
          <p:nvSpPr>
            <p:cNvPr id="547" name="Google Shape;547;p61"/>
            <p:cNvSpPr/>
            <p:nvPr/>
          </p:nvSpPr>
          <p:spPr>
            <a:xfrm>
              <a:off x="2534225" y="4402100"/>
              <a:ext cx="3123600" cy="1506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548" name="Google Shape;548;p61"/>
            <p:cNvSpPr/>
            <p:nvPr/>
          </p:nvSpPr>
          <p:spPr>
            <a:xfrm>
              <a:off x="4051183" y="4713645"/>
              <a:ext cx="39150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549" name="Google Shape;549;p61"/>
          <p:cNvSpPr/>
          <p:nvPr/>
        </p:nvSpPr>
        <p:spPr>
          <a:xfrm>
            <a:off x="7581975" y="-5966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550" name="Google Shape;550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2"/>
          <p:cNvSpPr/>
          <p:nvPr>
            <p:ph idx="2" type="pic"/>
          </p:nvPr>
        </p:nvSpPr>
        <p:spPr>
          <a:xfrm>
            <a:off x="0" y="-14875"/>
            <a:ext cx="9144000" cy="5158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62"/>
          <p:cNvSpPr txBox="1"/>
          <p:nvPr>
            <p:ph type="title"/>
          </p:nvPr>
        </p:nvSpPr>
        <p:spPr>
          <a:xfrm>
            <a:off x="713225" y="3937000"/>
            <a:ext cx="3574200" cy="6501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54" name="Google Shape;554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3"/>
          <p:cNvSpPr txBox="1"/>
          <p:nvPr>
            <p:ph hasCustomPrompt="1" type="title"/>
          </p:nvPr>
        </p:nvSpPr>
        <p:spPr>
          <a:xfrm>
            <a:off x="3202500" y="1800550"/>
            <a:ext cx="2739000" cy="117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57" name="Google Shape;557;p63"/>
          <p:cNvSpPr txBox="1"/>
          <p:nvPr>
            <p:ph idx="1" type="subTitle"/>
          </p:nvPr>
        </p:nvSpPr>
        <p:spPr>
          <a:xfrm>
            <a:off x="3202500" y="2980125"/>
            <a:ext cx="2739000" cy="6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558" name="Google Shape;558;p63"/>
          <p:cNvGrpSpPr/>
          <p:nvPr/>
        </p:nvGrpSpPr>
        <p:grpSpPr>
          <a:xfrm>
            <a:off x="-3615625" y="-663669"/>
            <a:ext cx="6979225" cy="2657269"/>
            <a:chOff x="-3615625" y="539506"/>
            <a:chExt cx="6979225" cy="2657269"/>
          </a:xfrm>
        </p:grpSpPr>
        <p:sp>
          <p:nvSpPr>
            <p:cNvPr id="559" name="Google Shape;559;p63"/>
            <p:cNvSpPr/>
            <p:nvPr/>
          </p:nvSpPr>
          <p:spPr>
            <a:xfrm>
              <a:off x="-561000" y="539506"/>
              <a:ext cx="39246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560" name="Google Shape;560;p63"/>
            <p:cNvSpPr/>
            <p:nvPr/>
          </p:nvSpPr>
          <p:spPr>
            <a:xfrm>
              <a:off x="-3615625" y="1465175"/>
              <a:ext cx="49191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grpSp>
        <p:nvGrpSpPr>
          <p:cNvPr id="561" name="Google Shape;561;p63"/>
          <p:cNvGrpSpPr/>
          <p:nvPr/>
        </p:nvGrpSpPr>
        <p:grpSpPr>
          <a:xfrm>
            <a:off x="713225" y="-596600"/>
            <a:ext cx="7417450" cy="6336700"/>
            <a:chOff x="713225" y="-596600"/>
            <a:chExt cx="7417450" cy="6336700"/>
          </a:xfrm>
        </p:grpSpPr>
        <p:sp>
          <p:nvSpPr>
            <p:cNvPr id="562" name="Google Shape;562;p63"/>
            <p:cNvSpPr/>
            <p:nvPr/>
          </p:nvSpPr>
          <p:spPr>
            <a:xfrm>
              <a:off x="6994575" y="-5966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563" name="Google Shape;563;p63"/>
            <p:cNvSpPr/>
            <p:nvPr/>
          </p:nvSpPr>
          <p:spPr>
            <a:xfrm rot="10800000">
              <a:off x="713225" y="46040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564" name="Google Shape;564;p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2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69" name="Google Shape;569;p65"/>
          <p:cNvSpPr txBox="1"/>
          <p:nvPr>
            <p:ph hasCustomPrompt="1" idx="2" type="title"/>
          </p:nvPr>
        </p:nvSpPr>
        <p:spPr>
          <a:xfrm>
            <a:off x="713225" y="155839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0" name="Google Shape;570;p65"/>
          <p:cNvSpPr txBox="1"/>
          <p:nvPr>
            <p:ph hasCustomPrompt="1" idx="3" type="title"/>
          </p:nvPr>
        </p:nvSpPr>
        <p:spPr>
          <a:xfrm>
            <a:off x="713225" y="289275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1" name="Google Shape;571;p65"/>
          <p:cNvSpPr txBox="1"/>
          <p:nvPr>
            <p:ph hasCustomPrompt="1" idx="4" type="title"/>
          </p:nvPr>
        </p:nvSpPr>
        <p:spPr>
          <a:xfrm>
            <a:off x="3412500" y="155839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2" name="Google Shape;572;p65"/>
          <p:cNvSpPr txBox="1"/>
          <p:nvPr>
            <p:ph hasCustomPrompt="1" idx="5" type="title"/>
          </p:nvPr>
        </p:nvSpPr>
        <p:spPr>
          <a:xfrm>
            <a:off x="3412500" y="289275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3" name="Google Shape;573;p65"/>
          <p:cNvSpPr txBox="1"/>
          <p:nvPr>
            <p:ph hasCustomPrompt="1" idx="6" type="title"/>
          </p:nvPr>
        </p:nvSpPr>
        <p:spPr>
          <a:xfrm>
            <a:off x="6111775" y="155839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4" name="Google Shape;574;p65"/>
          <p:cNvSpPr txBox="1"/>
          <p:nvPr>
            <p:ph hasCustomPrompt="1" idx="7" type="title"/>
          </p:nvPr>
        </p:nvSpPr>
        <p:spPr>
          <a:xfrm>
            <a:off x="6111775" y="289275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5" name="Google Shape;575;p65"/>
          <p:cNvSpPr txBox="1"/>
          <p:nvPr>
            <p:ph idx="1" type="subTitle"/>
          </p:nvPr>
        </p:nvSpPr>
        <p:spPr>
          <a:xfrm>
            <a:off x="720000" y="2131050"/>
            <a:ext cx="2305500" cy="4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76" name="Google Shape;576;p65"/>
          <p:cNvSpPr txBox="1"/>
          <p:nvPr>
            <p:ph idx="8" type="subTitle"/>
          </p:nvPr>
        </p:nvSpPr>
        <p:spPr>
          <a:xfrm>
            <a:off x="3419275" y="2131050"/>
            <a:ext cx="2305500" cy="4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77" name="Google Shape;577;p65"/>
          <p:cNvSpPr txBox="1"/>
          <p:nvPr>
            <p:ph idx="9" type="subTitle"/>
          </p:nvPr>
        </p:nvSpPr>
        <p:spPr>
          <a:xfrm>
            <a:off x="6118550" y="2131050"/>
            <a:ext cx="2305500" cy="4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78" name="Google Shape;578;p65"/>
          <p:cNvSpPr txBox="1"/>
          <p:nvPr>
            <p:ph idx="13" type="subTitle"/>
          </p:nvPr>
        </p:nvSpPr>
        <p:spPr>
          <a:xfrm>
            <a:off x="720000" y="3465450"/>
            <a:ext cx="2305500" cy="4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79" name="Google Shape;579;p65"/>
          <p:cNvSpPr txBox="1"/>
          <p:nvPr>
            <p:ph idx="14" type="subTitle"/>
          </p:nvPr>
        </p:nvSpPr>
        <p:spPr>
          <a:xfrm>
            <a:off x="3419275" y="3465450"/>
            <a:ext cx="2305500" cy="4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80" name="Google Shape;580;p65"/>
          <p:cNvSpPr txBox="1"/>
          <p:nvPr>
            <p:ph idx="15" type="subTitle"/>
          </p:nvPr>
        </p:nvSpPr>
        <p:spPr>
          <a:xfrm>
            <a:off x="6118550" y="3465450"/>
            <a:ext cx="2305500" cy="4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81" name="Google Shape;581;p65"/>
          <p:cNvSpPr/>
          <p:nvPr/>
        </p:nvSpPr>
        <p:spPr>
          <a:xfrm>
            <a:off x="5480600" y="-5966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grpSp>
        <p:nvGrpSpPr>
          <p:cNvPr id="582" name="Google Shape;582;p65"/>
          <p:cNvGrpSpPr/>
          <p:nvPr/>
        </p:nvGrpSpPr>
        <p:grpSpPr>
          <a:xfrm>
            <a:off x="3280025" y="4383456"/>
            <a:ext cx="6354550" cy="2152700"/>
            <a:chOff x="3280025" y="4383456"/>
            <a:chExt cx="6354550" cy="2152700"/>
          </a:xfrm>
        </p:grpSpPr>
        <p:sp>
          <p:nvSpPr>
            <p:cNvPr id="583" name="Google Shape;583;p65"/>
            <p:cNvSpPr/>
            <p:nvPr/>
          </p:nvSpPr>
          <p:spPr>
            <a:xfrm>
              <a:off x="5709975" y="4383456"/>
              <a:ext cx="39246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584" name="Google Shape;584;p65"/>
            <p:cNvSpPr/>
            <p:nvPr/>
          </p:nvSpPr>
          <p:spPr>
            <a:xfrm>
              <a:off x="3280025" y="4804556"/>
              <a:ext cx="39246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585" name="Google Shape;585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66"/>
          <p:cNvSpPr txBox="1"/>
          <p:nvPr>
            <p:ph type="title"/>
          </p:nvPr>
        </p:nvSpPr>
        <p:spPr>
          <a:xfrm>
            <a:off x="1727575" y="537275"/>
            <a:ext cx="3021300" cy="48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88" name="Google Shape;588;p66"/>
          <p:cNvSpPr/>
          <p:nvPr/>
        </p:nvSpPr>
        <p:spPr>
          <a:xfrm flipH="1" rot="10800000">
            <a:off x="7795325" y="46040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grpSp>
        <p:nvGrpSpPr>
          <p:cNvPr id="589" name="Google Shape;589;p66"/>
          <p:cNvGrpSpPr/>
          <p:nvPr/>
        </p:nvGrpSpPr>
        <p:grpSpPr>
          <a:xfrm>
            <a:off x="7945725" y="-1952125"/>
            <a:ext cx="2032725" cy="3687110"/>
            <a:chOff x="7945725" y="-1952125"/>
            <a:chExt cx="2032725" cy="3687110"/>
          </a:xfrm>
        </p:grpSpPr>
        <p:sp>
          <p:nvSpPr>
            <p:cNvPr id="590" name="Google Shape;590;p66"/>
            <p:cNvSpPr/>
            <p:nvPr/>
          </p:nvSpPr>
          <p:spPr>
            <a:xfrm flipH="1" rot="-5400000">
              <a:off x="7144125" y="-115052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591" name="Google Shape;591;p66"/>
            <p:cNvSpPr/>
            <p:nvPr/>
          </p:nvSpPr>
          <p:spPr>
            <a:xfrm flipH="1" rot="-5400000">
              <a:off x="7877850" y="-36561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592" name="Google Shape;592;p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95" name="Google Shape;595;p67"/>
          <p:cNvSpPr/>
          <p:nvPr/>
        </p:nvSpPr>
        <p:spPr>
          <a:xfrm flipH="1" rot="5400000">
            <a:off x="8587200" y="262035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grpSp>
        <p:nvGrpSpPr>
          <p:cNvPr id="596" name="Google Shape;596;p67"/>
          <p:cNvGrpSpPr/>
          <p:nvPr/>
        </p:nvGrpSpPr>
        <p:grpSpPr>
          <a:xfrm rot="10800000">
            <a:off x="-926750" y="3611050"/>
            <a:ext cx="2032725" cy="3687110"/>
            <a:chOff x="7945725" y="-1952125"/>
            <a:chExt cx="2032725" cy="3687110"/>
          </a:xfrm>
        </p:grpSpPr>
        <p:sp>
          <p:nvSpPr>
            <p:cNvPr id="597" name="Google Shape;597;p67"/>
            <p:cNvSpPr/>
            <p:nvPr/>
          </p:nvSpPr>
          <p:spPr>
            <a:xfrm flipH="1" rot="-5400000">
              <a:off x="7144125" y="-115052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598" name="Google Shape;598;p67"/>
            <p:cNvSpPr/>
            <p:nvPr/>
          </p:nvSpPr>
          <p:spPr>
            <a:xfrm flipH="1" rot="-5400000">
              <a:off x="7877850" y="-36561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599" name="Google Shape;599;p6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_1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68"/>
          <p:cNvSpPr txBox="1"/>
          <p:nvPr>
            <p:ph type="title"/>
          </p:nvPr>
        </p:nvSpPr>
        <p:spPr>
          <a:xfrm>
            <a:off x="4189750" y="539500"/>
            <a:ext cx="3790200" cy="53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02" name="Google Shape;602;p68"/>
          <p:cNvSpPr txBox="1"/>
          <p:nvPr>
            <p:ph idx="1" type="subTitle"/>
          </p:nvPr>
        </p:nvSpPr>
        <p:spPr>
          <a:xfrm>
            <a:off x="4189750" y="1016800"/>
            <a:ext cx="3790200" cy="10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603" name="Google Shape;603;p68"/>
          <p:cNvSpPr/>
          <p:nvPr>
            <p:ph idx="2" type="pic"/>
          </p:nvPr>
        </p:nvSpPr>
        <p:spPr>
          <a:xfrm>
            <a:off x="3959350" y="2293950"/>
            <a:ext cx="4251000" cy="2368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04" name="Google Shape;604;p68"/>
          <p:cNvSpPr/>
          <p:nvPr>
            <p:ph idx="3" type="pic"/>
          </p:nvPr>
        </p:nvSpPr>
        <p:spPr>
          <a:xfrm>
            <a:off x="933650" y="481350"/>
            <a:ext cx="2831700" cy="418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605" name="Google Shape;605;p68"/>
          <p:cNvGrpSpPr/>
          <p:nvPr/>
        </p:nvGrpSpPr>
        <p:grpSpPr>
          <a:xfrm>
            <a:off x="-4477925" y="-1395544"/>
            <a:ext cx="6979225" cy="2657269"/>
            <a:chOff x="-3615625" y="539506"/>
            <a:chExt cx="6979225" cy="2657269"/>
          </a:xfrm>
        </p:grpSpPr>
        <p:sp>
          <p:nvSpPr>
            <p:cNvPr id="606" name="Google Shape;606;p68"/>
            <p:cNvSpPr/>
            <p:nvPr/>
          </p:nvSpPr>
          <p:spPr>
            <a:xfrm>
              <a:off x="-561000" y="539506"/>
              <a:ext cx="39246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607" name="Google Shape;607;p68"/>
            <p:cNvSpPr/>
            <p:nvPr/>
          </p:nvSpPr>
          <p:spPr>
            <a:xfrm>
              <a:off x="-3615625" y="1465175"/>
              <a:ext cx="49191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grpSp>
        <p:nvGrpSpPr>
          <p:cNvPr id="608" name="Google Shape;608;p68"/>
          <p:cNvGrpSpPr/>
          <p:nvPr/>
        </p:nvGrpSpPr>
        <p:grpSpPr>
          <a:xfrm>
            <a:off x="713225" y="-596600"/>
            <a:ext cx="7417450" cy="6336700"/>
            <a:chOff x="713225" y="-596600"/>
            <a:chExt cx="7417450" cy="6336700"/>
          </a:xfrm>
        </p:grpSpPr>
        <p:sp>
          <p:nvSpPr>
            <p:cNvPr id="609" name="Google Shape;609;p68"/>
            <p:cNvSpPr/>
            <p:nvPr/>
          </p:nvSpPr>
          <p:spPr>
            <a:xfrm>
              <a:off x="6994575" y="-5966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610" name="Google Shape;610;p68"/>
            <p:cNvSpPr/>
            <p:nvPr/>
          </p:nvSpPr>
          <p:spPr>
            <a:xfrm rot="10800000">
              <a:off x="713225" y="46040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611" name="Google Shape;611;p6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"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69"/>
          <p:cNvSpPr txBox="1"/>
          <p:nvPr>
            <p:ph type="title"/>
          </p:nvPr>
        </p:nvSpPr>
        <p:spPr>
          <a:xfrm>
            <a:off x="900275" y="538975"/>
            <a:ext cx="2603100" cy="114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14" name="Google Shape;614;p69"/>
          <p:cNvSpPr txBox="1"/>
          <p:nvPr>
            <p:ph idx="1" type="subTitle"/>
          </p:nvPr>
        </p:nvSpPr>
        <p:spPr>
          <a:xfrm>
            <a:off x="900275" y="1798825"/>
            <a:ext cx="2603100" cy="10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615" name="Google Shape;615;p69"/>
          <p:cNvSpPr/>
          <p:nvPr>
            <p:ph idx="2" type="pic"/>
          </p:nvPr>
        </p:nvSpPr>
        <p:spPr>
          <a:xfrm>
            <a:off x="6248850" y="538975"/>
            <a:ext cx="2344500" cy="406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16" name="Google Shape;616;p69"/>
          <p:cNvSpPr/>
          <p:nvPr>
            <p:ph idx="3" type="pic"/>
          </p:nvPr>
        </p:nvSpPr>
        <p:spPr>
          <a:xfrm>
            <a:off x="713225" y="2902650"/>
            <a:ext cx="2977200" cy="1701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17" name="Google Shape;617;p69"/>
          <p:cNvSpPr/>
          <p:nvPr>
            <p:ph idx="4" type="pic"/>
          </p:nvPr>
        </p:nvSpPr>
        <p:spPr>
          <a:xfrm>
            <a:off x="3826788" y="538975"/>
            <a:ext cx="2285700" cy="406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618" name="Google Shape;618;p69"/>
          <p:cNvGrpSpPr/>
          <p:nvPr/>
        </p:nvGrpSpPr>
        <p:grpSpPr>
          <a:xfrm>
            <a:off x="7483500" y="3938431"/>
            <a:ext cx="5164450" cy="2657269"/>
            <a:chOff x="-1800850" y="539506"/>
            <a:chExt cx="5164450" cy="2657269"/>
          </a:xfrm>
        </p:grpSpPr>
        <p:sp>
          <p:nvSpPr>
            <p:cNvPr id="619" name="Google Shape;619;p69"/>
            <p:cNvSpPr/>
            <p:nvPr/>
          </p:nvSpPr>
          <p:spPr>
            <a:xfrm>
              <a:off x="-561000" y="539506"/>
              <a:ext cx="39246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620" name="Google Shape;620;p69"/>
            <p:cNvSpPr/>
            <p:nvPr/>
          </p:nvSpPr>
          <p:spPr>
            <a:xfrm>
              <a:off x="-1800850" y="1465175"/>
              <a:ext cx="49191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621" name="Google Shape;621;p69"/>
          <p:cNvSpPr/>
          <p:nvPr/>
        </p:nvSpPr>
        <p:spPr>
          <a:xfrm>
            <a:off x="2690700" y="-5966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622" name="Google Shape;622;p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0_1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70"/>
          <p:cNvSpPr txBox="1"/>
          <p:nvPr>
            <p:ph type="title"/>
          </p:nvPr>
        </p:nvSpPr>
        <p:spPr>
          <a:xfrm>
            <a:off x="713250" y="445025"/>
            <a:ext cx="463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25" name="Google Shape;625;p70"/>
          <p:cNvSpPr txBox="1"/>
          <p:nvPr>
            <p:ph idx="1" type="body"/>
          </p:nvPr>
        </p:nvSpPr>
        <p:spPr>
          <a:xfrm>
            <a:off x="713250" y="1257575"/>
            <a:ext cx="7717500" cy="23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626" name="Google Shape;626;p70"/>
          <p:cNvGrpSpPr/>
          <p:nvPr/>
        </p:nvGrpSpPr>
        <p:grpSpPr>
          <a:xfrm>
            <a:off x="4204900" y="4239206"/>
            <a:ext cx="6979225" cy="2095794"/>
            <a:chOff x="-3615625" y="1100981"/>
            <a:chExt cx="6979225" cy="2095794"/>
          </a:xfrm>
        </p:grpSpPr>
        <p:sp>
          <p:nvSpPr>
            <p:cNvPr id="627" name="Google Shape;627;p70"/>
            <p:cNvSpPr/>
            <p:nvPr/>
          </p:nvSpPr>
          <p:spPr>
            <a:xfrm>
              <a:off x="-561000" y="1100981"/>
              <a:ext cx="39246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628" name="Google Shape;628;p70"/>
            <p:cNvSpPr/>
            <p:nvPr/>
          </p:nvSpPr>
          <p:spPr>
            <a:xfrm>
              <a:off x="-3615625" y="1465175"/>
              <a:ext cx="49191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grpSp>
        <p:nvGrpSpPr>
          <p:cNvPr id="629" name="Google Shape;629;p70"/>
          <p:cNvGrpSpPr/>
          <p:nvPr/>
        </p:nvGrpSpPr>
        <p:grpSpPr>
          <a:xfrm>
            <a:off x="713225" y="-596600"/>
            <a:ext cx="7417450" cy="6336700"/>
            <a:chOff x="713225" y="-596600"/>
            <a:chExt cx="7417450" cy="6336700"/>
          </a:xfrm>
        </p:grpSpPr>
        <p:sp>
          <p:nvSpPr>
            <p:cNvPr id="630" name="Google Shape;630;p70"/>
            <p:cNvSpPr/>
            <p:nvPr/>
          </p:nvSpPr>
          <p:spPr>
            <a:xfrm>
              <a:off x="6994575" y="-5966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631" name="Google Shape;631;p70"/>
            <p:cNvSpPr/>
            <p:nvPr/>
          </p:nvSpPr>
          <p:spPr>
            <a:xfrm rot="10800000">
              <a:off x="713225" y="46040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632" name="Google Shape;632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"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7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35" name="Google Shape;635;p71"/>
          <p:cNvSpPr txBox="1"/>
          <p:nvPr>
            <p:ph idx="1" type="body"/>
          </p:nvPr>
        </p:nvSpPr>
        <p:spPr>
          <a:xfrm>
            <a:off x="720000" y="1215751"/>
            <a:ext cx="7704000" cy="22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636" name="Google Shape;636;p71"/>
          <p:cNvGrpSpPr/>
          <p:nvPr/>
        </p:nvGrpSpPr>
        <p:grpSpPr>
          <a:xfrm>
            <a:off x="8249766" y="-1863434"/>
            <a:ext cx="2258844" cy="6209550"/>
            <a:chOff x="8249766" y="-1863434"/>
            <a:chExt cx="2258844" cy="6209550"/>
          </a:xfrm>
        </p:grpSpPr>
        <p:sp>
          <p:nvSpPr>
            <p:cNvPr id="637" name="Google Shape;637;p71"/>
            <p:cNvSpPr/>
            <p:nvPr/>
          </p:nvSpPr>
          <p:spPr>
            <a:xfrm rot="5400000">
              <a:off x="7680509" y="1518016"/>
              <a:ext cx="39246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638" name="Google Shape;638;p71"/>
            <p:cNvSpPr/>
            <p:nvPr/>
          </p:nvSpPr>
          <p:spPr>
            <a:xfrm rot="5400000">
              <a:off x="6656016" y="-269684"/>
              <a:ext cx="49191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639" name="Google Shape;639;p71"/>
          <p:cNvSpPr/>
          <p:nvPr/>
        </p:nvSpPr>
        <p:spPr>
          <a:xfrm rot="10800000">
            <a:off x="713225" y="46040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640" name="Google Shape;640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_1"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7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43" name="Google Shape;643;p72"/>
          <p:cNvSpPr txBox="1"/>
          <p:nvPr>
            <p:ph idx="1" type="body"/>
          </p:nvPr>
        </p:nvSpPr>
        <p:spPr>
          <a:xfrm>
            <a:off x="720000" y="1215750"/>
            <a:ext cx="7704000" cy="9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644" name="Google Shape;644;p72"/>
          <p:cNvGrpSpPr/>
          <p:nvPr/>
        </p:nvGrpSpPr>
        <p:grpSpPr>
          <a:xfrm>
            <a:off x="-1670525" y="-1520419"/>
            <a:ext cx="6979225" cy="1965444"/>
            <a:chOff x="-3615625" y="1231331"/>
            <a:chExt cx="6979225" cy="1965444"/>
          </a:xfrm>
        </p:grpSpPr>
        <p:sp>
          <p:nvSpPr>
            <p:cNvPr id="645" name="Google Shape;645;p72"/>
            <p:cNvSpPr/>
            <p:nvPr/>
          </p:nvSpPr>
          <p:spPr>
            <a:xfrm>
              <a:off x="-561000" y="1231331"/>
              <a:ext cx="39246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646" name="Google Shape;646;p72"/>
            <p:cNvSpPr/>
            <p:nvPr/>
          </p:nvSpPr>
          <p:spPr>
            <a:xfrm>
              <a:off x="-3615625" y="1465175"/>
              <a:ext cx="49191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grpSp>
        <p:nvGrpSpPr>
          <p:cNvPr id="647" name="Google Shape;647;p72"/>
          <p:cNvGrpSpPr/>
          <p:nvPr/>
        </p:nvGrpSpPr>
        <p:grpSpPr>
          <a:xfrm>
            <a:off x="3853900" y="-596600"/>
            <a:ext cx="4276775" cy="6336700"/>
            <a:chOff x="3853900" y="-596600"/>
            <a:chExt cx="4276775" cy="6336700"/>
          </a:xfrm>
        </p:grpSpPr>
        <p:sp>
          <p:nvSpPr>
            <p:cNvPr id="648" name="Google Shape;648;p72"/>
            <p:cNvSpPr/>
            <p:nvPr/>
          </p:nvSpPr>
          <p:spPr>
            <a:xfrm>
              <a:off x="6994575" y="-5966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649" name="Google Shape;649;p72"/>
            <p:cNvSpPr/>
            <p:nvPr/>
          </p:nvSpPr>
          <p:spPr>
            <a:xfrm rot="10800000">
              <a:off x="3853900" y="46040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650" name="Google Shape;650;p7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7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53" name="Google Shape;653;p73"/>
          <p:cNvSpPr txBox="1"/>
          <p:nvPr>
            <p:ph idx="1" type="subTitle"/>
          </p:nvPr>
        </p:nvSpPr>
        <p:spPr>
          <a:xfrm>
            <a:off x="720000" y="2607900"/>
            <a:ext cx="2430900" cy="13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654" name="Google Shape;654;p73"/>
          <p:cNvSpPr txBox="1"/>
          <p:nvPr>
            <p:ph idx="2" type="subTitle"/>
          </p:nvPr>
        </p:nvSpPr>
        <p:spPr>
          <a:xfrm>
            <a:off x="3356540" y="2607900"/>
            <a:ext cx="2430900" cy="13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655" name="Google Shape;655;p73"/>
          <p:cNvSpPr txBox="1"/>
          <p:nvPr>
            <p:ph idx="3" type="subTitle"/>
          </p:nvPr>
        </p:nvSpPr>
        <p:spPr>
          <a:xfrm>
            <a:off x="5993079" y="2607901"/>
            <a:ext cx="2430900" cy="13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656" name="Google Shape;656;p73"/>
          <p:cNvSpPr txBox="1"/>
          <p:nvPr>
            <p:ph idx="4" type="subTitle"/>
          </p:nvPr>
        </p:nvSpPr>
        <p:spPr>
          <a:xfrm>
            <a:off x="720000" y="1745125"/>
            <a:ext cx="2430900" cy="7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657" name="Google Shape;657;p73"/>
          <p:cNvSpPr txBox="1"/>
          <p:nvPr>
            <p:ph idx="5" type="subTitle"/>
          </p:nvPr>
        </p:nvSpPr>
        <p:spPr>
          <a:xfrm>
            <a:off x="3356544" y="1745125"/>
            <a:ext cx="2430900" cy="7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658" name="Google Shape;658;p73"/>
          <p:cNvSpPr txBox="1"/>
          <p:nvPr>
            <p:ph idx="6" type="subTitle"/>
          </p:nvPr>
        </p:nvSpPr>
        <p:spPr>
          <a:xfrm>
            <a:off x="5993079" y="1745125"/>
            <a:ext cx="2430900" cy="7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grpSp>
        <p:nvGrpSpPr>
          <p:cNvPr id="659" name="Google Shape;659;p73"/>
          <p:cNvGrpSpPr/>
          <p:nvPr/>
        </p:nvGrpSpPr>
        <p:grpSpPr>
          <a:xfrm>
            <a:off x="2534225" y="4402100"/>
            <a:ext cx="5431958" cy="2043145"/>
            <a:chOff x="2534225" y="4402100"/>
            <a:chExt cx="5431958" cy="2043145"/>
          </a:xfrm>
        </p:grpSpPr>
        <p:sp>
          <p:nvSpPr>
            <p:cNvPr id="660" name="Google Shape;660;p73"/>
            <p:cNvSpPr/>
            <p:nvPr/>
          </p:nvSpPr>
          <p:spPr>
            <a:xfrm>
              <a:off x="2534225" y="4402100"/>
              <a:ext cx="3123600" cy="1506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661" name="Google Shape;661;p73"/>
            <p:cNvSpPr/>
            <p:nvPr/>
          </p:nvSpPr>
          <p:spPr>
            <a:xfrm>
              <a:off x="4051183" y="4713645"/>
              <a:ext cx="39150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662" name="Google Shape;662;p73"/>
          <p:cNvSpPr/>
          <p:nvPr/>
        </p:nvSpPr>
        <p:spPr>
          <a:xfrm>
            <a:off x="7581975" y="-5966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663" name="Google Shape;663;p7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7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66" name="Google Shape;666;p74"/>
          <p:cNvSpPr txBox="1"/>
          <p:nvPr>
            <p:ph idx="1" type="subTitle"/>
          </p:nvPr>
        </p:nvSpPr>
        <p:spPr>
          <a:xfrm>
            <a:off x="1253225" y="1701835"/>
            <a:ext cx="2811000" cy="10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667" name="Google Shape;667;p74"/>
          <p:cNvSpPr txBox="1"/>
          <p:nvPr>
            <p:ph idx="2" type="subTitle"/>
          </p:nvPr>
        </p:nvSpPr>
        <p:spPr>
          <a:xfrm>
            <a:off x="5079776" y="1701828"/>
            <a:ext cx="2811000" cy="10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668" name="Google Shape;668;p74"/>
          <p:cNvSpPr txBox="1"/>
          <p:nvPr>
            <p:ph idx="3" type="subTitle"/>
          </p:nvPr>
        </p:nvSpPr>
        <p:spPr>
          <a:xfrm>
            <a:off x="1253225" y="3313801"/>
            <a:ext cx="2811000" cy="12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669" name="Google Shape;669;p74"/>
          <p:cNvSpPr txBox="1"/>
          <p:nvPr>
            <p:ph idx="4" type="subTitle"/>
          </p:nvPr>
        </p:nvSpPr>
        <p:spPr>
          <a:xfrm>
            <a:off x="5079775" y="3313799"/>
            <a:ext cx="2811000" cy="12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670" name="Google Shape;670;p74"/>
          <p:cNvSpPr txBox="1"/>
          <p:nvPr>
            <p:ph idx="5" type="subTitle"/>
          </p:nvPr>
        </p:nvSpPr>
        <p:spPr>
          <a:xfrm>
            <a:off x="1253224" y="1321079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671" name="Google Shape;671;p74"/>
          <p:cNvSpPr txBox="1"/>
          <p:nvPr>
            <p:ph idx="6" type="subTitle"/>
          </p:nvPr>
        </p:nvSpPr>
        <p:spPr>
          <a:xfrm>
            <a:off x="1253224" y="2933132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672" name="Google Shape;672;p74"/>
          <p:cNvSpPr txBox="1"/>
          <p:nvPr>
            <p:ph idx="7" type="subTitle"/>
          </p:nvPr>
        </p:nvSpPr>
        <p:spPr>
          <a:xfrm>
            <a:off x="5079750" y="1321075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673" name="Google Shape;673;p74"/>
          <p:cNvSpPr txBox="1"/>
          <p:nvPr>
            <p:ph idx="8" type="subTitle"/>
          </p:nvPr>
        </p:nvSpPr>
        <p:spPr>
          <a:xfrm>
            <a:off x="5079750" y="2933125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grpSp>
        <p:nvGrpSpPr>
          <p:cNvPr id="674" name="Google Shape;674;p74"/>
          <p:cNvGrpSpPr/>
          <p:nvPr/>
        </p:nvGrpSpPr>
        <p:grpSpPr>
          <a:xfrm>
            <a:off x="-1670525" y="-1520419"/>
            <a:ext cx="6979225" cy="1965444"/>
            <a:chOff x="-3615625" y="1231331"/>
            <a:chExt cx="6979225" cy="1965444"/>
          </a:xfrm>
        </p:grpSpPr>
        <p:sp>
          <p:nvSpPr>
            <p:cNvPr id="675" name="Google Shape;675;p74"/>
            <p:cNvSpPr/>
            <p:nvPr/>
          </p:nvSpPr>
          <p:spPr>
            <a:xfrm>
              <a:off x="-561000" y="1231331"/>
              <a:ext cx="39246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676" name="Google Shape;676;p74"/>
            <p:cNvSpPr/>
            <p:nvPr/>
          </p:nvSpPr>
          <p:spPr>
            <a:xfrm>
              <a:off x="-3615625" y="1465175"/>
              <a:ext cx="49191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677" name="Google Shape;677;p74"/>
          <p:cNvSpPr/>
          <p:nvPr/>
        </p:nvSpPr>
        <p:spPr>
          <a:xfrm rot="10800000">
            <a:off x="4003950" y="46040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678" name="Google Shape;678;p7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7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81" name="Google Shape;681;p75"/>
          <p:cNvSpPr txBox="1"/>
          <p:nvPr>
            <p:ph idx="1" type="subTitle"/>
          </p:nvPr>
        </p:nvSpPr>
        <p:spPr>
          <a:xfrm>
            <a:off x="712900" y="1786350"/>
            <a:ext cx="2469300" cy="1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682" name="Google Shape;682;p75"/>
          <p:cNvSpPr txBox="1"/>
          <p:nvPr>
            <p:ph idx="2" type="subTitle"/>
          </p:nvPr>
        </p:nvSpPr>
        <p:spPr>
          <a:xfrm>
            <a:off x="3281976" y="1786360"/>
            <a:ext cx="2579700" cy="1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683" name="Google Shape;683;p75"/>
          <p:cNvSpPr txBox="1"/>
          <p:nvPr>
            <p:ph idx="3" type="subTitle"/>
          </p:nvPr>
        </p:nvSpPr>
        <p:spPr>
          <a:xfrm>
            <a:off x="712900" y="3463652"/>
            <a:ext cx="2469300" cy="1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684" name="Google Shape;684;p75"/>
          <p:cNvSpPr txBox="1"/>
          <p:nvPr>
            <p:ph idx="4" type="subTitle"/>
          </p:nvPr>
        </p:nvSpPr>
        <p:spPr>
          <a:xfrm>
            <a:off x="3281985" y="3463653"/>
            <a:ext cx="2579700" cy="1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685" name="Google Shape;685;p75"/>
          <p:cNvSpPr txBox="1"/>
          <p:nvPr>
            <p:ph idx="5" type="subTitle"/>
          </p:nvPr>
        </p:nvSpPr>
        <p:spPr>
          <a:xfrm>
            <a:off x="5961455" y="1786356"/>
            <a:ext cx="2469300" cy="1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686" name="Google Shape;686;p75"/>
          <p:cNvSpPr txBox="1"/>
          <p:nvPr>
            <p:ph idx="6" type="subTitle"/>
          </p:nvPr>
        </p:nvSpPr>
        <p:spPr>
          <a:xfrm>
            <a:off x="5961474" y="3463652"/>
            <a:ext cx="2469300" cy="1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687" name="Google Shape;687;p75"/>
          <p:cNvSpPr txBox="1"/>
          <p:nvPr>
            <p:ph idx="7" type="subTitle"/>
          </p:nvPr>
        </p:nvSpPr>
        <p:spPr>
          <a:xfrm>
            <a:off x="712900" y="1330123"/>
            <a:ext cx="2469300" cy="4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688" name="Google Shape;688;p75"/>
          <p:cNvSpPr txBox="1"/>
          <p:nvPr>
            <p:ph idx="8" type="subTitle"/>
          </p:nvPr>
        </p:nvSpPr>
        <p:spPr>
          <a:xfrm>
            <a:off x="3281974" y="1330123"/>
            <a:ext cx="2577300" cy="4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689" name="Google Shape;689;p75"/>
          <p:cNvSpPr txBox="1"/>
          <p:nvPr>
            <p:ph idx="9" type="subTitle"/>
          </p:nvPr>
        </p:nvSpPr>
        <p:spPr>
          <a:xfrm>
            <a:off x="5961452" y="1330123"/>
            <a:ext cx="2466900" cy="4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690" name="Google Shape;690;p75"/>
          <p:cNvSpPr txBox="1"/>
          <p:nvPr>
            <p:ph idx="13" type="subTitle"/>
          </p:nvPr>
        </p:nvSpPr>
        <p:spPr>
          <a:xfrm>
            <a:off x="712900" y="3009960"/>
            <a:ext cx="2469300" cy="4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691" name="Google Shape;691;p75"/>
          <p:cNvSpPr txBox="1"/>
          <p:nvPr>
            <p:ph idx="14" type="subTitle"/>
          </p:nvPr>
        </p:nvSpPr>
        <p:spPr>
          <a:xfrm>
            <a:off x="3281974" y="3009958"/>
            <a:ext cx="2577300" cy="4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692" name="Google Shape;692;p75"/>
          <p:cNvSpPr txBox="1"/>
          <p:nvPr>
            <p:ph idx="15" type="subTitle"/>
          </p:nvPr>
        </p:nvSpPr>
        <p:spPr>
          <a:xfrm>
            <a:off x="5961452" y="3009953"/>
            <a:ext cx="2469300" cy="4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693" name="Google Shape;693;p75"/>
          <p:cNvSpPr/>
          <p:nvPr/>
        </p:nvSpPr>
        <p:spPr>
          <a:xfrm flipH="1" rot="10800000">
            <a:off x="7795325" y="46040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grpSp>
        <p:nvGrpSpPr>
          <p:cNvPr id="694" name="Google Shape;694;p75"/>
          <p:cNvGrpSpPr/>
          <p:nvPr/>
        </p:nvGrpSpPr>
        <p:grpSpPr>
          <a:xfrm>
            <a:off x="7945725" y="-1952125"/>
            <a:ext cx="2032725" cy="3687110"/>
            <a:chOff x="7945725" y="-1952125"/>
            <a:chExt cx="2032725" cy="3687110"/>
          </a:xfrm>
        </p:grpSpPr>
        <p:sp>
          <p:nvSpPr>
            <p:cNvPr id="695" name="Google Shape;695;p75"/>
            <p:cNvSpPr/>
            <p:nvPr/>
          </p:nvSpPr>
          <p:spPr>
            <a:xfrm flipH="1" rot="-5400000">
              <a:off x="7144125" y="-115052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696" name="Google Shape;696;p75"/>
            <p:cNvSpPr/>
            <p:nvPr/>
          </p:nvSpPr>
          <p:spPr>
            <a:xfrm flipH="1" rot="-5400000">
              <a:off x="7877850" y="-36561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697" name="Google Shape;697;p7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76"/>
          <p:cNvSpPr txBox="1"/>
          <p:nvPr>
            <p:ph type="title"/>
          </p:nvPr>
        </p:nvSpPr>
        <p:spPr>
          <a:xfrm>
            <a:off x="1676163" y="915275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00" name="Google Shape;700;p76"/>
          <p:cNvSpPr txBox="1"/>
          <p:nvPr>
            <p:ph idx="1" type="subTitle"/>
          </p:nvPr>
        </p:nvSpPr>
        <p:spPr>
          <a:xfrm>
            <a:off x="1676125" y="200435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701" name="Google Shape;701;p76"/>
          <p:cNvSpPr/>
          <p:nvPr/>
        </p:nvSpPr>
        <p:spPr>
          <a:xfrm>
            <a:off x="713225" y="-5966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702" name="Google Shape;702;p76"/>
          <p:cNvSpPr/>
          <p:nvPr/>
        </p:nvSpPr>
        <p:spPr>
          <a:xfrm flipH="1" rot="10800000">
            <a:off x="7294675" y="46040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703" name="Google Shape;703;p76"/>
          <p:cNvSpPr txBox="1"/>
          <p:nvPr/>
        </p:nvSpPr>
        <p:spPr>
          <a:xfrm>
            <a:off x="1676175" y="3063050"/>
            <a:ext cx="4448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CREDITS: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1" sz="1000" u="sng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4" name="Google Shape;704;p7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6" name="Google Shape;706;p77"/>
          <p:cNvGrpSpPr/>
          <p:nvPr/>
        </p:nvGrpSpPr>
        <p:grpSpPr>
          <a:xfrm>
            <a:off x="-3234625" y="-789144"/>
            <a:ext cx="6979225" cy="2657269"/>
            <a:chOff x="-3615625" y="539506"/>
            <a:chExt cx="6979225" cy="2657269"/>
          </a:xfrm>
        </p:grpSpPr>
        <p:sp>
          <p:nvSpPr>
            <p:cNvPr id="707" name="Google Shape;707;p77"/>
            <p:cNvSpPr/>
            <p:nvPr/>
          </p:nvSpPr>
          <p:spPr>
            <a:xfrm>
              <a:off x="-561000" y="539506"/>
              <a:ext cx="39246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708" name="Google Shape;708;p77"/>
            <p:cNvSpPr/>
            <p:nvPr/>
          </p:nvSpPr>
          <p:spPr>
            <a:xfrm>
              <a:off x="-3615625" y="1465175"/>
              <a:ext cx="49191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grpSp>
        <p:nvGrpSpPr>
          <p:cNvPr id="709" name="Google Shape;709;p77"/>
          <p:cNvGrpSpPr/>
          <p:nvPr/>
        </p:nvGrpSpPr>
        <p:grpSpPr>
          <a:xfrm>
            <a:off x="713225" y="-596600"/>
            <a:ext cx="7417450" cy="6336700"/>
            <a:chOff x="713225" y="-596600"/>
            <a:chExt cx="7417450" cy="6336700"/>
          </a:xfrm>
        </p:grpSpPr>
        <p:sp>
          <p:nvSpPr>
            <p:cNvPr id="710" name="Google Shape;710;p77"/>
            <p:cNvSpPr/>
            <p:nvPr/>
          </p:nvSpPr>
          <p:spPr>
            <a:xfrm>
              <a:off x="6994575" y="-5966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711" name="Google Shape;711;p77"/>
            <p:cNvSpPr/>
            <p:nvPr/>
          </p:nvSpPr>
          <p:spPr>
            <a:xfrm rot="10800000">
              <a:off x="713225" y="4604000"/>
              <a:ext cx="1136100" cy="1136100"/>
            </a:xfrm>
            <a:prstGeom prst="chord">
              <a:avLst>
                <a:gd fmla="val 114180" name="adj1"/>
                <a:gd fmla="val 10735374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712" name="Google Shape;712;p7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78"/>
          <p:cNvSpPr/>
          <p:nvPr/>
        </p:nvSpPr>
        <p:spPr>
          <a:xfrm flipH="1" rot="10800000">
            <a:off x="7795325" y="4604000"/>
            <a:ext cx="1136100" cy="1136100"/>
          </a:xfrm>
          <a:prstGeom prst="chord">
            <a:avLst>
              <a:gd fmla="val 114180" name="adj1"/>
              <a:gd fmla="val 1073537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grpSp>
        <p:nvGrpSpPr>
          <p:cNvPr id="715" name="Google Shape;715;p78"/>
          <p:cNvGrpSpPr/>
          <p:nvPr/>
        </p:nvGrpSpPr>
        <p:grpSpPr>
          <a:xfrm>
            <a:off x="7945725" y="-1952125"/>
            <a:ext cx="2032725" cy="3687110"/>
            <a:chOff x="7945725" y="-1952125"/>
            <a:chExt cx="2032725" cy="3687110"/>
          </a:xfrm>
        </p:grpSpPr>
        <p:sp>
          <p:nvSpPr>
            <p:cNvPr id="716" name="Google Shape;716;p78"/>
            <p:cNvSpPr/>
            <p:nvPr/>
          </p:nvSpPr>
          <p:spPr>
            <a:xfrm flipH="1" rot="-5400000">
              <a:off x="7144125" y="-115052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717" name="Google Shape;717;p78"/>
            <p:cNvSpPr/>
            <p:nvPr/>
          </p:nvSpPr>
          <p:spPr>
            <a:xfrm flipH="1" rot="-5400000">
              <a:off x="7877850" y="-365615"/>
              <a:ext cx="2902200" cy="1299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sp>
        <p:nvSpPr>
          <p:cNvPr id="718" name="Google Shape;718;p7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3.xml"/><Relationship Id="rId25" Type="http://schemas.openxmlformats.org/officeDocument/2006/relationships/slideLayout" Target="../slideLayouts/slideLayout2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47.xml"/><Relationship Id="rId21" Type="http://schemas.openxmlformats.org/officeDocument/2006/relationships/slideLayout" Target="../slideLayouts/slideLayout46.xml"/><Relationship Id="rId24" Type="http://schemas.openxmlformats.org/officeDocument/2006/relationships/slideLayout" Target="../slideLayouts/slideLayout49.xml"/><Relationship Id="rId23" Type="http://schemas.openxmlformats.org/officeDocument/2006/relationships/slideLayout" Target="../slideLayouts/slideLayout48.xml"/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26" Type="http://schemas.openxmlformats.org/officeDocument/2006/relationships/theme" Target="../theme/theme4.xml"/><Relationship Id="rId25" Type="http://schemas.openxmlformats.org/officeDocument/2006/relationships/slideLayout" Target="../slideLayouts/slideLayout50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3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70.xml"/><Relationship Id="rId22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71.xml"/><Relationship Id="rId24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73.xml"/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75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6.xml"/><Relationship Id="rId19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b="1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b="1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b="1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b="1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b="1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b="1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b="1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b="1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b="1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7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b="1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b="1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b="1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b="1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b="1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b="1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b="1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b="1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b="1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45" name="Google Shape;245;p27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46" name="Google Shape;246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b="1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b="1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b="1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b="1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b="1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b="1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b="1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b="1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b="1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3" name="Google Shape;483;p53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4" name="Google Shape;484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  <p:sldLayoutId id="2147483716" r:id="rId19"/>
    <p:sldLayoutId id="2147483717" r:id="rId20"/>
    <p:sldLayoutId id="2147483718" r:id="rId21"/>
    <p:sldLayoutId id="2147483719" r:id="rId22"/>
    <p:sldLayoutId id="2147483720" r:id="rId23"/>
    <p:sldLayoutId id="2147483721" r:id="rId24"/>
    <p:sldLayoutId id="2147483722" r:id="rId2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Relationship Id="rId4" Type="http://schemas.openxmlformats.org/officeDocument/2006/relationships/image" Target="../media/image15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Relationship Id="rId7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79"/>
          <p:cNvSpPr txBox="1"/>
          <p:nvPr>
            <p:ph idx="1" type="subTitle"/>
          </p:nvPr>
        </p:nvSpPr>
        <p:spPr>
          <a:xfrm>
            <a:off x="3263025" y="3459725"/>
            <a:ext cx="4969800" cy="5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Final Presentation</a:t>
            </a:r>
            <a:endParaRPr i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Hanning Zhou, Juan Rub</a:t>
            </a:r>
            <a:r>
              <a:rPr lang="en"/>
              <a:t>én</a:t>
            </a:r>
            <a:r>
              <a:rPr lang="en"/>
              <a:t> Gomez, &amp; Fuguan O’Brien</a:t>
            </a:r>
            <a:endParaRPr b="1"/>
          </a:p>
        </p:txBody>
      </p:sp>
      <p:grpSp>
        <p:nvGrpSpPr>
          <p:cNvPr id="724" name="Google Shape;724;p79"/>
          <p:cNvGrpSpPr/>
          <p:nvPr/>
        </p:nvGrpSpPr>
        <p:grpSpPr>
          <a:xfrm>
            <a:off x="-3632174" y="1362244"/>
            <a:ext cx="6979225" cy="2657269"/>
            <a:chOff x="-3615625" y="539506"/>
            <a:chExt cx="6979225" cy="2657269"/>
          </a:xfrm>
        </p:grpSpPr>
        <p:sp>
          <p:nvSpPr>
            <p:cNvPr id="725" name="Google Shape;725;p79"/>
            <p:cNvSpPr/>
            <p:nvPr/>
          </p:nvSpPr>
          <p:spPr>
            <a:xfrm>
              <a:off x="-561000" y="539506"/>
              <a:ext cx="39246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  <p:sp>
          <p:nvSpPr>
            <p:cNvPr id="726" name="Google Shape;726;p79"/>
            <p:cNvSpPr/>
            <p:nvPr/>
          </p:nvSpPr>
          <p:spPr>
            <a:xfrm>
              <a:off x="-3615625" y="1465175"/>
              <a:ext cx="4919100" cy="17316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  <p:pic>
        <p:nvPicPr>
          <p:cNvPr id="727" name="Google Shape;727;p79" title="CEGA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5943" y="1350494"/>
            <a:ext cx="6282201" cy="225515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79"/>
          <p:cNvSpPr txBox="1"/>
          <p:nvPr>
            <p:ph idx="1" type="subTitle"/>
          </p:nvPr>
        </p:nvSpPr>
        <p:spPr>
          <a:xfrm>
            <a:off x="3690125" y="1012100"/>
            <a:ext cx="4123800" cy="5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12D62"/>
                </a:solidFill>
              </a:rPr>
              <a:t>Berkeley MaCSS Capstone 2026 Partner</a:t>
            </a:r>
            <a:endParaRPr b="1" sz="1600">
              <a:solidFill>
                <a:srgbClr val="012D6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80"/>
          <p:cNvSpPr txBox="1"/>
          <p:nvPr>
            <p:ph type="title"/>
          </p:nvPr>
        </p:nvSpPr>
        <p:spPr>
          <a:xfrm>
            <a:off x="720000" y="199200"/>
            <a:ext cx="627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Who’s Involved?</a:t>
            </a:r>
            <a:endParaRPr/>
          </a:p>
        </p:txBody>
      </p:sp>
      <p:sp>
        <p:nvSpPr>
          <p:cNvPr id="734" name="Google Shape;734;p80"/>
          <p:cNvSpPr txBox="1"/>
          <p:nvPr/>
        </p:nvSpPr>
        <p:spPr>
          <a:xfrm>
            <a:off x="1069926" y="1015844"/>
            <a:ext cx="24309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Who we are</a:t>
            </a:r>
            <a:endParaRPr b="1" sz="1800">
              <a:solidFill>
                <a:srgbClr val="19191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5" name="Google Shape;735;p80"/>
          <p:cNvSpPr txBox="1"/>
          <p:nvPr/>
        </p:nvSpPr>
        <p:spPr>
          <a:xfrm>
            <a:off x="1879950" y="2029600"/>
            <a:ext cx="24309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Ruben Gomez</a:t>
            </a:r>
            <a:endParaRPr b="1">
              <a:solidFill>
                <a:srgbClr val="19191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Data Visualization</a:t>
            </a:r>
            <a:endParaRPr sz="1200">
              <a:solidFill>
                <a:srgbClr val="19191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9191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9191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91919"/>
                </a:solidFill>
                <a:latin typeface="Inter"/>
                <a:ea typeface="Inter"/>
                <a:cs typeface="Inter"/>
                <a:sym typeface="Inter"/>
              </a:rPr>
              <a:t>Fuguan O’Brien</a:t>
            </a:r>
            <a:endParaRPr b="1">
              <a:solidFill>
                <a:srgbClr val="19191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Project Leader</a:t>
            </a:r>
            <a:endParaRPr i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Hanning Zhou</a:t>
            </a:r>
            <a:endParaRPr i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Research Manager</a:t>
            </a:r>
            <a:endParaRPr i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36" name="Google Shape;736;p80" title="rube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9919" y="1785658"/>
            <a:ext cx="880323" cy="880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p80" title="hannin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9919" y="3487659"/>
            <a:ext cx="880323" cy="880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80" title="my-notion-face-transparen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9919" y="2607331"/>
            <a:ext cx="880323" cy="880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39" name="Google Shape;739;p80" title="cega_log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70623" y="1339675"/>
            <a:ext cx="2905600" cy="10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80"/>
          <p:cNvSpPr txBox="1"/>
          <p:nvPr/>
        </p:nvSpPr>
        <p:spPr>
          <a:xfrm>
            <a:off x="4770628" y="2440950"/>
            <a:ext cx="4310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Identify research gaps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Generate rigorous evidence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Strengthen evidence quality &amp; inclusivity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Translate evidence into action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1" name="Google Shape;741;p8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81"/>
          <p:cNvSpPr txBox="1"/>
          <p:nvPr>
            <p:ph type="title"/>
          </p:nvPr>
        </p:nvSpPr>
        <p:spPr>
          <a:xfrm>
            <a:off x="309225" y="44175"/>
            <a:ext cx="2948400" cy="48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  <p:grpSp>
        <p:nvGrpSpPr>
          <p:cNvPr id="747" name="Google Shape;747;p81"/>
          <p:cNvGrpSpPr/>
          <p:nvPr/>
        </p:nvGrpSpPr>
        <p:grpSpPr>
          <a:xfrm>
            <a:off x="3538670" y="1020518"/>
            <a:ext cx="548709" cy="548709"/>
            <a:chOff x="-1202395" y="1884218"/>
            <a:chExt cx="685800" cy="685800"/>
          </a:xfrm>
        </p:grpSpPr>
        <p:sp>
          <p:nvSpPr>
            <p:cNvPr id="748" name="Google Shape;748;p81"/>
            <p:cNvSpPr/>
            <p:nvPr/>
          </p:nvSpPr>
          <p:spPr>
            <a:xfrm>
              <a:off x="-1202395" y="1884218"/>
              <a:ext cx="685800" cy="685800"/>
            </a:xfrm>
            <a:prstGeom prst="ellipse">
              <a:avLst/>
            </a:prstGeom>
            <a:solidFill>
              <a:schemeClr val="dk2"/>
            </a:solidFill>
            <a:ln cap="flat" cmpd="sng" w="10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150" lIns="73150" spcFirstLastPara="1" rIns="73150" wrap="square" tIns="7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749" name="Google Shape;749;p8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109550" y="1976950"/>
              <a:ext cx="500250" cy="5002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50" name="Google Shape;750;p81"/>
          <p:cNvSpPr/>
          <p:nvPr/>
        </p:nvSpPr>
        <p:spPr>
          <a:xfrm>
            <a:off x="4123027" y="1020513"/>
            <a:ext cx="2429400" cy="594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050"/>
              <a:buFont typeface="Cambria"/>
              <a:buNone/>
            </a:pPr>
            <a:r>
              <a:rPr b="1" i="0" lang="en" u="none" cap="none" strike="noStrike">
                <a:solidFill>
                  <a:srgbClr val="003262"/>
                </a:solidFill>
                <a:latin typeface="Inter"/>
                <a:ea typeface="Inter"/>
                <a:cs typeface="Inter"/>
                <a:sym typeface="Inter"/>
              </a:rPr>
              <a:t>A Population Without a Permanent Record</a:t>
            </a:r>
            <a:endParaRPr i="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51" name="Google Shape;751;p81"/>
          <p:cNvGrpSpPr/>
          <p:nvPr/>
        </p:nvGrpSpPr>
        <p:grpSpPr>
          <a:xfrm>
            <a:off x="3483860" y="1877498"/>
            <a:ext cx="548709" cy="548709"/>
            <a:chOff x="1348790" y="1291243"/>
            <a:chExt cx="685800" cy="685800"/>
          </a:xfrm>
        </p:grpSpPr>
        <p:sp>
          <p:nvSpPr>
            <p:cNvPr id="752" name="Google Shape;752;p81"/>
            <p:cNvSpPr/>
            <p:nvPr/>
          </p:nvSpPr>
          <p:spPr>
            <a:xfrm>
              <a:off x="1348790" y="1291243"/>
              <a:ext cx="685800" cy="685800"/>
            </a:xfrm>
            <a:prstGeom prst="ellipse">
              <a:avLst/>
            </a:prstGeom>
            <a:solidFill>
              <a:schemeClr val="accent1"/>
            </a:solidFill>
            <a:ln cap="flat" cmpd="sng" w="101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150" lIns="73150" spcFirstLastPara="1" rIns="73150" wrap="square" tIns="7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753" name="Google Shape;753;p8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79573" y="1421923"/>
              <a:ext cx="424362" cy="424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54" name="Google Shape;754;p81"/>
          <p:cNvSpPr/>
          <p:nvPr/>
        </p:nvSpPr>
        <p:spPr>
          <a:xfrm>
            <a:off x="4123027" y="1819119"/>
            <a:ext cx="2429400" cy="594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050"/>
              <a:buFont typeface="Cambria"/>
              <a:buNone/>
            </a:pPr>
            <a:r>
              <a:rPr b="1" i="0" lang="en" u="none" cap="none" strike="noStrike">
                <a:solidFill>
                  <a:srgbClr val="003262"/>
                </a:solidFill>
                <a:latin typeface="Inter"/>
                <a:ea typeface="Inter"/>
                <a:cs typeface="Inter"/>
                <a:sym typeface="Inter"/>
              </a:rPr>
              <a:t>Fragmented &amp; Static Data Ecosystems</a:t>
            </a:r>
            <a:endParaRPr i="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55" name="Google Shape;755;p81"/>
          <p:cNvGrpSpPr/>
          <p:nvPr/>
        </p:nvGrpSpPr>
        <p:grpSpPr>
          <a:xfrm>
            <a:off x="3483865" y="2640515"/>
            <a:ext cx="548709" cy="548709"/>
            <a:chOff x="7109400" y="1291243"/>
            <a:chExt cx="685800" cy="685800"/>
          </a:xfrm>
        </p:grpSpPr>
        <p:sp>
          <p:nvSpPr>
            <p:cNvPr id="756" name="Google Shape;756;p81"/>
            <p:cNvSpPr/>
            <p:nvPr/>
          </p:nvSpPr>
          <p:spPr>
            <a:xfrm>
              <a:off x="7109400" y="1291243"/>
              <a:ext cx="685800" cy="685800"/>
            </a:xfrm>
            <a:prstGeom prst="ellipse">
              <a:avLst/>
            </a:prstGeom>
            <a:solidFill>
              <a:schemeClr val="dk2"/>
            </a:solidFill>
            <a:ln cap="flat" cmpd="sng" w="10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150" lIns="73150" spcFirstLastPara="1" rIns="73150" wrap="square" tIns="7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0"/>
            </a:p>
          </p:txBody>
        </p:sp>
        <p:pic>
          <p:nvPicPr>
            <p:cNvPr descr="preencoded.png" id="757" name="Google Shape;757;p8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202236" y="1383976"/>
              <a:ext cx="500228" cy="5002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58" name="Google Shape;758;p81"/>
          <p:cNvSpPr/>
          <p:nvPr/>
        </p:nvSpPr>
        <p:spPr>
          <a:xfrm>
            <a:off x="4123015" y="2617725"/>
            <a:ext cx="2429400" cy="594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050"/>
              <a:buFont typeface="Cambria"/>
              <a:buNone/>
            </a:pPr>
            <a:r>
              <a:rPr b="1" i="0" lang="en" u="none" cap="none" strike="noStrike">
                <a:solidFill>
                  <a:srgbClr val="003262"/>
                </a:solidFill>
                <a:latin typeface="Inter"/>
                <a:ea typeface="Inter"/>
                <a:cs typeface="Inter"/>
                <a:sym typeface="Inter"/>
              </a:rPr>
              <a:t>No Mechanism to Visualize Migration Patterns</a:t>
            </a:r>
            <a:endParaRPr i="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9" name="Google Shape;759;p81"/>
          <p:cNvSpPr/>
          <p:nvPr/>
        </p:nvSpPr>
        <p:spPr>
          <a:xfrm>
            <a:off x="336963" y="3525497"/>
            <a:ext cx="2948400" cy="59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050"/>
              <a:buFont typeface="Cambria"/>
              <a:buNone/>
            </a:pPr>
            <a:r>
              <a:rPr b="1" lang="en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Policymakers, Researchers, NGO’s, and others</a:t>
            </a:r>
            <a:endParaRPr i="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0" name="Google Shape;760;p81"/>
          <p:cNvSpPr txBox="1"/>
          <p:nvPr/>
        </p:nvSpPr>
        <p:spPr>
          <a:xfrm>
            <a:off x="2065056" y="4414210"/>
            <a:ext cx="5013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Policy decisions often</a:t>
            </a:r>
            <a:r>
              <a:rPr b="1" lang="en" sz="15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based on intuition, not data.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1" name="Google Shape;761;p81"/>
          <p:cNvSpPr/>
          <p:nvPr/>
        </p:nvSpPr>
        <p:spPr>
          <a:xfrm rot="-5400000">
            <a:off x="3592301" y="3540748"/>
            <a:ext cx="223800" cy="621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2" name="Google Shape;762;p81"/>
          <p:cNvSpPr txBox="1"/>
          <p:nvPr/>
        </p:nvSpPr>
        <p:spPr>
          <a:xfrm>
            <a:off x="336913" y="944597"/>
            <a:ext cx="2948400" cy="7233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b="1" lang="en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ince 2011, </a:t>
            </a:r>
            <a:r>
              <a:rPr b="1" lang="en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13M+ Syrians </a:t>
            </a:r>
            <a:r>
              <a:rPr b="1" lang="en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displaced </a:t>
            </a:r>
            <a:endParaRPr b="1">
              <a:solidFill>
                <a:srgbClr val="1A233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3" name="Google Shape;763;p81"/>
          <p:cNvSpPr txBox="1"/>
          <p:nvPr/>
        </p:nvSpPr>
        <p:spPr>
          <a:xfrm>
            <a:off x="6750726" y="2730232"/>
            <a:ext cx="2199600" cy="3693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across borders &amp; over time</a:t>
            </a:r>
            <a:endParaRPr b="1" sz="12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4" name="Google Shape;764;p81"/>
          <p:cNvSpPr txBox="1"/>
          <p:nvPr/>
        </p:nvSpPr>
        <p:spPr>
          <a:xfrm>
            <a:off x="4123038" y="3651598"/>
            <a:ext cx="3069600" cy="4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? </a:t>
            </a:r>
            <a:r>
              <a:rPr b="1" lang="en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need clusters</a:t>
            </a:r>
            <a:r>
              <a:rPr b="1" lang="en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 &amp; </a:t>
            </a:r>
            <a:r>
              <a:rPr b="1" lang="en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target support 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5" name="Google Shape;765;p81"/>
          <p:cNvSpPr txBox="1"/>
          <p:nvPr/>
        </p:nvSpPr>
        <p:spPr>
          <a:xfrm>
            <a:off x="6750726" y="1931607"/>
            <a:ext cx="1967700" cy="3693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Data </a:t>
            </a:r>
            <a:r>
              <a:rPr b="1" lang="en" sz="1200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collected </a:t>
            </a:r>
            <a:r>
              <a:rPr b="1"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one-time</a:t>
            </a:r>
            <a:endParaRPr b="1" sz="12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66" name="Google Shape;766;p81"/>
          <p:cNvCxnSpPr>
            <a:stCxn id="754" idx="3"/>
            <a:endCxn id="765" idx="1"/>
          </p:cNvCxnSpPr>
          <p:nvPr/>
        </p:nvCxnSpPr>
        <p:spPr>
          <a:xfrm>
            <a:off x="6552427" y="2116269"/>
            <a:ext cx="19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7" name="Google Shape;767;p81"/>
          <p:cNvCxnSpPr>
            <a:stCxn id="758" idx="3"/>
            <a:endCxn id="763" idx="1"/>
          </p:cNvCxnSpPr>
          <p:nvPr/>
        </p:nvCxnSpPr>
        <p:spPr>
          <a:xfrm>
            <a:off x="6552415" y="2914875"/>
            <a:ext cx="19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8" name="Google Shape;768;p81"/>
          <p:cNvCxnSpPr>
            <a:stCxn id="762" idx="3"/>
            <a:endCxn id="749" idx="1"/>
          </p:cNvCxnSpPr>
          <p:nvPr/>
        </p:nvCxnSpPr>
        <p:spPr>
          <a:xfrm flipH="1" rot="10800000">
            <a:off x="3285313" y="1294847"/>
            <a:ext cx="327600" cy="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9" name="Google Shape;769;p81"/>
          <p:cNvSpPr txBox="1"/>
          <p:nvPr/>
        </p:nvSpPr>
        <p:spPr>
          <a:xfrm>
            <a:off x="336925" y="2195438"/>
            <a:ext cx="2948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Data on Syrian refugees exists, but remains </a:t>
            </a:r>
            <a:r>
              <a:rPr b="1" lang="en" sz="1100">
                <a:solidFill>
                  <a:srgbClr val="9900FF"/>
                </a:solidFill>
                <a:latin typeface="Inter"/>
                <a:ea typeface="Inter"/>
                <a:cs typeface="Inter"/>
                <a:sym typeface="Inter"/>
              </a:rPr>
              <a:t>inaccessible </a:t>
            </a:r>
            <a:r>
              <a:rPr b="1"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but this is changing with the fall of the Assad regime as more Syrians return to Syria</a:t>
            </a:r>
            <a:endParaRPr b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0" name="Google Shape;770;p81"/>
          <p:cNvSpPr/>
          <p:nvPr/>
        </p:nvSpPr>
        <p:spPr>
          <a:xfrm>
            <a:off x="1575275" y="1747639"/>
            <a:ext cx="198300" cy="369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1" name="Google Shape;771;p81"/>
          <p:cNvSpPr/>
          <p:nvPr/>
        </p:nvSpPr>
        <p:spPr>
          <a:xfrm>
            <a:off x="1575275" y="3135826"/>
            <a:ext cx="198300" cy="336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82"/>
          <p:cNvSpPr txBox="1"/>
          <p:nvPr>
            <p:ph type="title"/>
          </p:nvPr>
        </p:nvSpPr>
        <p:spPr>
          <a:xfrm>
            <a:off x="720000" y="199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Approach</a:t>
            </a:r>
            <a:endParaRPr/>
          </a:p>
        </p:txBody>
      </p:sp>
      <p:sp>
        <p:nvSpPr>
          <p:cNvPr id="777" name="Google Shape;777;p82"/>
          <p:cNvSpPr/>
          <p:nvPr/>
        </p:nvSpPr>
        <p:spPr>
          <a:xfrm>
            <a:off x="804077" y="771908"/>
            <a:ext cx="3749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B517"/>
              </a:buClr>
              <a:buSzPts val="1400"/>
              <a:buFont typeface="Cambria"/>
              <a:buNone/>
            </a:pPr>
            <a:r>
              <a:rPr i="1" lang="en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Dataset</a:t>
            </a:r>
            <a:endParaRPr i="1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8" name="Google Shape;778;p82"/>
          <p:cNvSpPr/>
          <p:nvPr/>
        </p:nvSpPr>
        <p:spPr>
          <a:xfrm>
            <a:off x="720001" y="1917618"/>
            <a:ext cx="540000" cy="540000"/>
          </a:xfrm>
          <a:prstGeom prst="ellipse">
            <a:avLst/>
          </a:prstGeom>
          <a:solidFill>
            <a:schemeClr val="lt2"/>
          </a:solidFill>
          <a:ln cap="flat" cmpd="sng" w="208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9975" lIns="149975" spcFirstLastPara="1" rIns="149975" wrap="square" tIns="149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97"/>
          </a:p>
        </p:txBody>
      </p:sp>
      <p:pic>
        <p:nvPicPr>
          <p:cNvPr descr="preencoded.png" id="779" name="Google Shape;779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419" y="1983800"/>
            <a:ext cx="405006" cy="405006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82"/>
          <p:cNvSpPr/>
          <p:nvPr/>
        </p:nvSpPr>
        <p:spPr>
          <a:xfrm>
            <a:off x="1362078" y="1854925"/>
            <a:ext cx="2514600" cy="7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8"/>
              <a:buFont typeface="Calibri"/>
              <a:buNone/>
            </a:pPr>
            <a:r>
              <a:rPr i="0" lang="en" sz="1489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2,600 refugee households tracked longitudinally</a:t>
            </a:r>
            <a:endParaRPr i="0" sz="1489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1" name="Google Shape;781;p82"/>
          <p:cNvSpPr/>
          <p:nvPr/>
        </p:nvSpPr>
        <p:spPr>
          <a:xfrm>
            <a:off x="5207193" y="1936676"/>
            <a:ext cx="540000" cy="540000"/>
          </a:xfrm>
          <a:prstGeom prst="ellipse">
            <a:avLst/>
          </a:prstGeom>
          <a:solidFill>
            <a:schemeClr val="lt2"/>
          </a:solidFill>
          <a:ln cap="flat" cmpd="sng" w="2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9950" lIns="149950" spcFirstLastPara="1" rIns="149950" wrap="square" tIns="149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96"/>
          </a:p>
        </p:txBody>
      </p:sp>
      <p:pic>
        <p:nvPicPr>
          <p:cNvPr descr="preencoded.png" id="782" name="Google Shape;782;p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74602" y="1996658"/>
            <a:ext cx="404950" cy="40495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82"/>
          <p:cNvSpPr/>
          <p:nvPr/>
        </p:nvSpPr>
        <p:spPr>
          <a:xfrm>
            <a:off x="5849211" y="1854925"/>
            <a:ext cx="2514600" cy="7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8"/>
              <a:buFont typeface="Calibri"/>
              <a:buNone/>
            </a:pPr>
            <a:r>
              <a:rPr i="0" lang="en" sz="1489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5 waves of data collection over 5 years (202</a:t>
            </a:r>
            <a:r>
              <a:rPr lang="en" sz="1489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0-2024)</a:t>
            </a:r>
            <a:endParaRPr i="0" sz="1489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4" name="Google Shape;784;p82"/>
          <p:cNvSpPr/>
          <p:nvPr/>
        </p:nvSpPr>
        <p:spPr>
          <a:xfrm>
            <a:off x="652426" y="3327549"/>
            <a:ext cx="540000" cy="540000"/>
          </a:xfrm>
          <a:prstGeom prst="ellipse">
            <a:avLst/>
          </a:prstGeom>
          <a:solidFill>
            <a:schemeClr val="lt2"/>
          </a:solidFill>
          <a:ln cap="flat" cmpd="sng" w="208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9950" lIns="149950" spcFirstLastPara="1" rIns="149950" wrap="square" tIns="149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96"/>
          </a:p>
        </p:txBody>
      </p:sp>
      <p:pic>
        <p:nvPicPr>
          <p:cNvPr descr="preencoded.png" id="785" name="Google Shape;785;p8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690" y="3429810"/>
            <a:ext cx="335245" cy="335245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82"/>
          <p:cNvSpPr/>
          <p:nvPr/>
        </p:nvSpPr>
        <p:spPr>
          <a:xfrm>
            <a:off x="1278000" y="3245800"/>
            <a:ext cx="3019500" cy="7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8"/>
              <a:buFont typeface="Calibri"/>
              <a:buNone/>
            </a:pPr>
            <a:r>
              <a:rPr i="0" lang="en" sz="1489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Outcomes: employment, fertility, marriage, consumption, health, mental health, intentions to return</a:t>
            </a:r>
            <a:endParaRPr i="0" sz="1489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7" name="Google Shape;787;p82"/>
          <p:cNvSpPr/>
          <p:nvPr/>
        </p:nvSpPr>
        <p:spPr>
          <a:xfrm>
            <a:off x="5207193" y="3327425"/>
            <a:ext cx="540000" cy="540000"/>
          </a:xfrm>
          <a:prstGeom prst="ellipse">
            <a:avLst/>
          </a:prstGeom>
          <a:solidFill>
            <a:schemeClr val="lt2"/>
          </a:solidFill>
          <a:ln cap="flat" cmpd="sng" w="2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9950" lIns="149950" spcFirstLastPara="1" rIns="149950" wrap="square" tIns="149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7"/>
          </a:p>
        </p:txBody>
      </p:sp>
      <p:pic>
        <p:nvPicPr>
          <p:cNvPr descr="preencoded.png" id="788" name="Google Shape;788;p8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09436" y="3417252"/>
            <a:ext cx="335286" cy="335286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82"/>
          <p:cNvSpPr/>
          <p:nvPr/>
        </p:nvSpPr>
        <p:spPr>
          <a:xfrm>
            <a:off x="5849216" y="3245800"/>
            <a:ext cx="2882700" cy="7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8"/>
              <a:buFont typeface="Calibri"/>
              <a:buNone/>
            </a:pPr>
            <a:r>
              <a:rPr i="0" lang="en" sz="1489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Data delivered as CSV in weeks 6–7 from Stata</a:t>
            </a:r>
            <a:endParaRPr i="0" sz="1489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0" name="Google Shape;790;p8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83"/>
          <p:cNvSpPr txBox="1"/>
          <p:nvPr>
            <p:ph type="title"/>
          </p:nvPr>
        </p:nvSpPr>
        <p:spPr>
          <a:xfrm>
            <a:off x="720000" y="199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Approach</a:t>
            </a:r>
            <a:endParaRPr/>
          </a:p>
        </p:txBody>
      </p:sp>
      <p:sp>
        <p:nvSpPr>
          <p:cNvPr id="796" name="Google Shape;796;p83"/>
          <p:cNvSpPr/>
          <p:nvPr/>
        </p:nvSpPr>
        <p:spPr>
          <a:xfrm>
            <a:off x="828869" y="771903"/>
            <a:ext cx="3749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704"/>
              </a:buClr>
              <a:buSzPts val="1400"/>
              <a:buFont typeface="Cambria"/>
              <a:buNone/>
            </a:pPr>
            <a:r>
              <a:rPr i="1" lang="en" sz="1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Project Timeline</a:t>
            </a:r>
            <a:endParaRPr i="1" sz="1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97" name="Google Shape;797;p83"/>
          <p:cNvCxnSpPr>
            <a:stCxn id="798" idx="6"/>
            <a:endCxn id="799" idx="2"/>
          </p:cNvCxnSpPr>
          <p:nvPr/>
        </p:nvCxnSpPr>
        <p:spPr>
          <a:xfrm>
            <a:off x="1722483" y="2270043"/>
            <a:ext cx="5742300" cy="0"/>
          </a:xfrm>
          <a:prstGeom prst="straightConnector1">
            <a:avLst/>
          </a:prstGeom>
          <a:noFill/>
          <a:ln cap="flat" cmpd="sng" w="76200">
            <a:solidFill>
              <a:schemeClr val="dk2">
                <a:alpha val="702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00" name="Google Shape;800;p83"/>
          <p:cNvGrpSpPr/>
          <p:nvPr/>
        </p:nvGrpSpPr>
        <p:grpSpPr>
          <a:xfrm>
            <a:off x="1155483" y="1986543"/>
            <a:ext cx="567000" cy="567000"/>
            <a:chOff x="749808" y="1554480"/>
            <a:chExt cx="567000" cy="567000"/>
          </a:xfrm>
        </p:grpSpPr>
        <p:sp>
          <p:nvSpPr>
            <p:cNvPr id="798" name="Google Shape;798;p83"/>
            <p:cNvSpPr/>
            <p:nvPr/>
          </p:nvSpPr>
          <p:spPr>
            <a:xfrm>
              <a:off x="749808" y="1554480"/>
              <a:ext cx="567000" cy="567000"/>
            </a:xfrm>
            <a:prstGeom prst="ellipse">
              <a:avLst/>
            </a:prstGeom>
            <a:solidFill>
              <a:schemeClr val="dk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801" name="Google Shape;801;p8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62918" y="1671595"/>
              <a:ext cx="329100" cy="329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02" name="Google Shape;802;p83"/>
          <p:cNvSpPr/>
          <p:nvPr/>
        </p:nvSpPr>
        <p:spPr>
          <a:xfrm>
            <a:off x="926883" y="2688102"/>
            <a:ext cx="1042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6704"/>
              </a:buClr>
              <a:buSzPts val="800"/>
              <a:buFont typeface="Calibri"/>
              <a:buNone/>
            </a:pPr>
            <a:r>
              <a:rPr b="1" i="0" lang="en" sz="1800" u="none" cap="none" strike="noStrik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Wk 1–3</a:t>
            </a:r>
            <a:endParaRPr i="0" sz="1800" u="none" cap="none" strike="noStrike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3" name="Google Shape;803;p83"/>
          <p:cNvSpPr/>
          <p:nvPr/>
        </p:nvSpPr>
        <p:spPr>
          <a:xfrm>
            <a:off x="751075" y="3060288"/>
            <a:ext cx="148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i="0" lang="en" sz="1200" u="none" cap="none" strike="noStrike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Onboarding</a:t>
            </a:r>
            <a:endParaRPr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i="0" lang="en" sz="1200" u="none" cap="none" strike="noStrike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&amp; </a:t>
            </a:r>
            <a:r>
              <a:rPr lang="en" sz="1200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Data</a:t>
            </a:r>
            <a:r>
              <a:rPr i="0" lang="en" sz="1200" u="none" cap="none" strike="noStrike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 Attempts</a:t>
            </a:r>
            <a:endParaRPr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04" name="Google Shape;804;p83"/>
          <p:cNvGrpSpPr/>
          <p:nvPr/>
        </p:nvGrpSpPr>
        <p:grpSpPr>
          <a:xfrm>
            <a:off x="3258603" y="1986543"/>
            <a:ext cx="567000" cy="567000"/>
            <a:chOff x="2852928" y="1554480"/>
            <a:chExt cx="567000" cy="567000"/>
          </a:xfrm>
        </p:grpSpPr>
        <p:sp>
          <p:nvSpPr>
            <p:cNvPr id="805" name="Google Shape;805;p83"/>
            <p:cNvSpPr/>
            <p:nvPr/>
          </p:nvSpPr>
          <p:spPr>
            <a:xfrm>
              <a:off x="2852928" y="1554480"/>
              <a:ext cx="567000" cy="567000"/>
            </a:xfrm>
            <a:prstGeom prst="ellipse">
              <a:avLst/>
            </a:prstGeom>
            <a:solidFill>
              <a:schemeClr val="dk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806" name="Google Shape;806;p8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26029" y="1625695"/>
              <a:ext cx="424550" cy="4245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07" name="Google Shape;807;p83"/>
          <p:cNvSpPr/>
          <p:nvPr/>
        </p:nvSpPr>
        <p:spPr>
          <a:xfrm>
            <a:off x="3030003" y="2688102"/>
            <a:ext cx="1042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6704"/>
              </a:buClr>
              <a:buSzPts val="800"/>
              <a:buFont typeface="Calibri"/>
              <a:buNone/>
            </a:pPr>
            <a:r>
              <a:rPr b="1" i="0" lang="en" sz="1800" u="none" cap="none" strike="noStrik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Wk 4–6</a:t>
            </a:r>
            <a:endParaRPr i="0" sz="1800" u="none" cap="none" strike="noStrike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8" name="Google Shape;808;p83"/>
          <p:cNvSpPr/>
          <p:nvPr/>
        </p:nvSpPr>
        <p:spPr>
          <a:xfrm>
            <a:off x="2875800" y="3060250"/>
            <a:ext cx="1397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i="0" lang="en" sz="1200" u="none" cap="none" strike="noStrike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Data</a:t>
            </a:r>
            <a:r>
              <a:rPr i="0" lang="en" sz="1200" u="none" cap="none" strike="noStrike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i="0" lang="en" sz="1200" u="none" cap="none" strike="noStrike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Access</a:t>
            </a:r>
            <a:endParaRPr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i="0" lang="en" sz="1200" u="none" cap="none" strike="noStrike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Challenges w/Stata</a:t>
            </a:r>
            <a:endParaRPr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09" name="Google Shape;809;p83"/>
          <p:cNvGrpSpPr/>
          <p:nvPr/>
        </p:nvGrpSpPr>
        <p:grpSpPr>
          <a:xfrm>
            <a:off x="5361723" y="1986543"/>
            <a:ext cx="567000" cy="567000"/>
            <a:chOff x="4956048" y="1554480"/>
            <a:chExt cx="567000" cy="567000"/>
          </a:xfrm>
        </p:grpSpPr>
        <p:sp>
          <p:nvSpPr>
            <p:cNvPr id="810" name="Google Shape;810;p83"/>
            <p:cNvSpPr/>
            <p:nvPr/>
          </p:nvSpPr>
          <p:spPr>
            <a:xfrm>
              <a:off x="4956048" y="1554480"/>
              <a:ext cx="567000" cy="567000"/>
            </a:xfrm>
            <a:prstGeom prst="ellipse">
              <a:avLst/>
            </a:prstGeom>
            <a:solidFill>
              <a:schemeClr val="dk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811" name="Google Shape;811;p8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036415" y="1625706"/>
              <a:ext cx="424550" cy="42453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12" name="Google Shape;812;p83"/>
          <p:cNvSpPr/>
          <p:nvPr/>
        </p:nvSpPr>
        <p:spPr>
          <a:xfrm>
            <a:off x="5133123" y="2688102"/>
            <a:ext cx="1042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6704"/>
              </a:buClr>
              <a:buSzPts val="800"/>
              <a:buFont typeface="Calibri"/>
              <a:buNone/>
            </a:pPr>
            <a:r>
              <a:rPr b="1" i="0" lang="en" sz="1800" u="none" cap="none" strike="noStrik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Wk 6–7</a:t>
            </a:r>
            <a:endParaRPr i="0" sz="1800" u="none" cap="none" strike="noStrike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3" name="Google Shape;813;p83"/>
          <p:cNvSpPr/>
          <p:nvPr/>
        </p:nvSpPr>
        <p:spPr>
          <a:xfrm>
            <a:off x="4911125" y="3060303"/>
            <a:ext cx="1486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i="0" lang="en" sz="1200" u="none" cap="none" strike="noStrike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CSV Received </a:t>
            </a:r>
            <a:r>
              <a:rPr lang="en" sz="1200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endParaRPr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i="0" lang="en" sz="1200" u="none" cap="none" strike="noStrike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+ Claude Code Pivot</a:t>
            </a:r>
            <a:endParaRPr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14" name="Google Shape;814;p83"/>
          <p:cNvGrpSpPr/>
          <p:nvPr/>
        </p:nvGrpSpPr>
        <p:grpSpPr>
          <a:xfrm>
            <a:off x="7464843" y="1986543"/>
            <a:ext cx="567000" cy="567000"/>
            <a:chOff x="7059168" y="1554480"/>
            <a:chExt cx="567000" cy="567000"/>
          </a:xfrm>
        </p:grpSpPr>
        <p:sp>
          <p:nvSpPr>
            <p:cNvPr id="799" name="Google Shape;799;p83"/>
            <p:cNvSpPr/>
            <p:nvPr/>
          </p:nvSpPr>
          <p:spPr>
            <a:xfrm>
              <a:off x="7059168" y="1554480"/>
              <a:ext cx="567000" cy="567000"/>
            </a:xfrm>
            <a:prstGeom prst="ellipse">
              <a:avLst/>
            </a:prstGeom>
            <a:solidFill>
              <a:schemeClr val="dk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815" name="Google Shape;815;p8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128526" y="1625699"/>
              <a:ext cx="424550" cy="4245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16" name="Google Shape;816;p83"/>
          <p:cNvSpPr/>
          <p:nvPr/>
        </p:nvSpPr>
        <p:spPr>
          <a:xfrm>
            <a:off x="7236243" y="2688102"/>
            <a:ext cx="1042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C6704"/>
              </a:buClr>
              <a:buSzPts val="800"/>
              <a:buFont typeface="Calibri"/>
              <a:buNone/>
            </a:pPr>
            <a:r>
              <a:rPr b="1" i="0" lang="en" sz="1800" u="none" cap="none" strike="noStrik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Wk 8–1</a:t>
            </a:r>
            <a:r>
              <a:rPr b="1" lang="en" sz="18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i="0" sz="1800" u="none" cap="none" strike="noStrike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7" name="Google Shape;817;p83"/>
          <p:cNvSpPr/>
          <p:nvPr/>
        </p:nvSpPr>
        <p:spPr>
          <a:xfrm>
            <a:off x="7122102" y="3060288"/>
            <a:ext cx="127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i="0" lang="en" sz="1200" u="none" cap="none" strike="noStrike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Dashboard(s)</a:t>
            </a:r>
            <a:endParaRPr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i="0" lang="en" sz="1200" u="none" cap="none" strike="noStrike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Built &amp; Delivered</a:t>
            </a:r>
            <a:endParaRPr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8" name="Google Shape;818;p8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3" name="Google Shape;823;p84" title="Screenshot 2026-04-30 at 12.42.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710" y="776318"/>
            <a:ext cx="5370151" cy="4285201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84"/>
          <p:cNvSpPr txBox="1"/>
          <p:nvPr>
            <p:ph type="title"/>
          </p:nvPr>
        </p:nvSpPr>
        <p:spPr>
          <a:xfrm>
            <a:off x="454750" y="6184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Mental Health Outcomes</a:t>
            </a:r>
            <a:endParaRPr/>
          </a:p>
        </p:txBody>
      </p:sp>
      <p:sp>
        <p:nvSpPr>
          <p:cNvPr id="825" name="Google Shape;825;p84"/>
          <p:cNvSpPr txBox="1"/>
          <p:nvPr>
            <p:ph idx="2" type="subTitle"/>
          </p:nvPr>
        </p:nvSpPr>
        <p:spPr>
          <a:xfrm>
            <a:off x="5956825" y="1389675"/>
            <a:ext cx="30267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Sleep is getting worse</a:t>
            </a:r>
            <a:r>
              <a:rPr lang="en"/>
              <a:t>: "very good" sleep dropped from 9% → 7.5%, while “fair”/"poor" grew </a:t>
            </a:r>
            <a:endParaRPr/>
          </a:p>
        </p:txBody>
      </p:sp>
      <p:sp>
        <p:nvSpPr>
          <p:cNvPr id="826" name="Google Shape;826;p84"/>
          <p:cNvSpPr txBox="1"/>
          <p:nvPr>
            <p:ph idx="3" type="subTitle"/>
          </p:nvPr>
        </p:nvSpPr>
        <p:spPr>
          <a:xfrm>
            <a:off x="5956808" y="879310"/>
            <a:ext cx="3026700" cy="48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Findings</a:t>
            </a:r>
            <a:endParaRPr/>
          </a:p>
        </p:txBody>
      </p:sp>
      <p:sp>
        <p:nvSpPr>
          <p:cNvPr id="827" name="Google Shape;827;p84"/>
          <p:cNvSpPr/>
          <p:nvPr/>
        </p:nvSpPr>
        <p:spPr>
          <a:xfrm>
            <a:off x="3429000" y="1099583"/>
            <a:ext cx="2087700" cy="1927500"/>
          </a:xfrm>
          <a:prstGeom prst="roundRect">
            <a:avLst>
              <a:gd fmla="val 16667" name="adj"/>
            </a:avLst>
          </a:prstGeom>
          <a:noFill/>
          <a:ln cap="flat" cmpd="sng" w="25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550" lIns="82550" spcFirstLastPara="1" rIns="82550" wrap="square" tIns="8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4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8" name="Google Shape;828;p84"/>
          <p:cNvSpPr/>
          <p:nvPr/>
        </p:nvSpPr>
        <p:spPr>
          <a:xfrm>
            <a:off x="278325" y="2439808"/>
            <a:ext cx="1135800" cy="2567400"/>
          </a:xfrm>
          <a:prstGeom prst="roundRect">
            <a:avLst>
              <a:gd fmla="val 16667" name="adj"/>
            </a:avLst>
          </a:prstGeom>
          <a:noFill/>
          <a:ln cap="flat" cmpd="sng" w="25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550" lIns="82550" spcFirstLastPara="1" rIns="82550" wrap="square" tIns="8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4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9" name="Google Shape;829;p84"/>
          <p:cNvSpPr/>
          <p:nvPr/>
        </p:nvSpPr>
        <p:spPr>
          <a:xfrm>
            <a:off x="1472725" y="1099583"/>
            <a:ext cx="1889700" cy="1212000"/>
          </a:xfrm>
          <a:prstGeom prst="roundRect">
            <a:avLst>
              <a:gd fmla="val 16667" name="adj"/>
            </a:avLst>
          </a:prstGeom>
          <a:noFill/>
          <a:ln cap="flat" cmpd="sng" w="25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550" lIns="82550" spcFirstLastPara="1" rIns="82550" wrap="square" tIns="8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4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0" name="Google Shape;830;p84"/>
          <p:cNvSpPr/>
          <p:nvPr/>
        </p:nvSpPr>
        <p:spPr>
          <a:xfrm>
            <a:off x="5848050" y="3999467"/>
            <a:ext cx="3081000" cy="8781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Stability is not recovery.</a:t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Programs should push toward lasting wellbeing, not just crisis prevention.</a:t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1" name="Google Shape;831;p84"/>
          <p:cNvSpPr txBox="1"/>
          <p:nvPr>
            <p:ph idx="2" type="subTitle"/>
          </p:nvPr>
        </p:nvSpPr>
        <p:spPr>
          <a:xfrm>
            <a:off x="5956825" y="2219843"/>
            <a:ext cx="3026700" cy="7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Depression improved early,</a:t>
            </a:r>
            <a:r>
              <a:rPr lang="en"/>
              <a:t> scores fell 11.8 → 9.7 by 2021, no data since</a:t>
            </a:r>
            <a:endParaRPr/>
          </a:p>
        </p:txBody>
      </p:sp>
      <p:sp>
        <p:nvSpPr>
          <p:cNvPr id="832" name="Google Shape;832;p84"/>
          <p:cNvSpPr txBox="1"/>
          <p:nvPr>
            <p:ph idx="2" type="subTitle"/>
          </p:nvPr>
        </p:nvSpPr>
        <p:spPr>
          <a:xfrm>
            <a:off x="5956800" y="3049483"/>
            <a:ext cx="3026700" cy="7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Happiness is flatlining</a:t>
            </a:r>
            <a:r>
              <a:rPr lang="en"/>
              <a:t>, not flourishing: 67% somewhat happy, only 12% very happy</a:t>
            </a:r>
            <a:endParaRPr/>
          </a:p>
        </p:txBody>
      </p:sp>
      <p:sp>
        <p:nvSpPr>
          <p:cNvPr id="833" name="Google Shape;833;p8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8" name="Google Shape;838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475" y="665650"/>
            <a:ext cx="5693775" cy="4495401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85"/>
          <p:cNvSpPr txBox="1"/>
          <p:nvPr>
            <p:ph type="title"/>
          </p:nvPr>
        </p:nvSpPr>
        <p:spPr>
          <a:xfrm>
            <a:off x="454750" y="929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Economics</a:t>
            </a:r>
            <a:endParaRPr/>
          </a:p>
        </p:txBody>
      </p:sp>
      <p:sp>
        <p:nvSpPr>
          <p:cNvPr id="840" name="Google Shape;840;p85"/>
          <p:cNvSpPr txBox="1"/>
          <p:nvPr>
            <p:ph idx="2" type="subTitle"/>
          </p:nvPr>
        </p:nvSpPr>
        <p:spPr>
          <a:xfrm>
            <a:off x="6002400" y="2077150"/>
            <a:ext cx="3141600" cy="7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Most respondents </a:t>
            </a:r>
            <a:r>
              <a:rPr b="1" lang="en"/>
              <a:t>lack work permits </a:t>
            </a:r>
            <a:r>
              <a:rPr lang="en"/>
              <a:t>and </a:t>
            </a:r>
            <a:r>
              <a:rPr b="1" lang="en"/>
              <a:t>don’t know </a:t>
            </a:r>
            <a:r>
              <a:rPr lang="en"/>
              <a:t>the relevant regulations.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85"/>
          <p:cNvSpPr/>
          <p:nvPr/>
        </p:nvSpPr>
        <p:spPr>
          <a:xfrm>
            <a:off x="4634700" y="2636075"/>
            <a:ext cx="1308900" cy="2382900"/>
          </a:xfrm>
          <a:prstGeom prst="roundRect">
            <a:avLst>
              <a:gd fmla="val 16667" name="adj"/>
            </a:avLst>
          </a:prstGeom>
          <a:noFill/>
          <a:ln cap="flat" cmpd="sng" w="25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550" lIns="82550" spcFirstLastPara="1" rIns="82550" wrap="square" tIns="8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4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2" name="Google Shape;842;p85"/>
          <p:cNvSpPr/>
          <p:nvPr/>
        </p:nvSpPr>
        <p:spPr>
          <a:xfrm>
            <a:off x="260525" y="1339875"/>
            <a:ext cx="2950500" cy="243600"/>
          </a:xfrm>
          <a:prstGeom prst="roundRect">
            <a:avLst>
              <a:gd fmla="val 19048" name="adj"/>
            </a:avLst>
          </a:prstGeom>
          <a:noFill/>
          <a:ln cap="flat" cmpd="sng" w="25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550" lIns="82550" spcFirstLastPara="1" rIns="82550" wrap="square" tIns="8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4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3" name="Google Shape;843;p85"/>
          <p:cNvSpPr/>
          <p:nvPr/>
        </p:nvSpPr>
        <p:spPr>
          <a:xfrm>
            <a:off x="1272625" y="4363275"/>
            <a:ext cx="3026700" cy="161700"/>
          </a:xfrm>
          <a:prstGeom prst="roundRect">
            <a:avLst>
              <a:gd fmla="val 16667" name="adj"/>
            </a:avLst>
          </a:prstGeom>
          <a:noFill/>
          <a:ln cap="flat" cmpd="sng" w="25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550" lIns="82550" spcFirstLastPara="1" rIns="82550" wrap="square" tIns="8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4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4" name="Google Shape;844;p85"/>
          <p:cNvSpPr txBox="1"/>
          <p:nvPr>
            <p:ph idx="3" type="subTitle"/>
          </p:nvPr>
        </p:nvSpPr>
        <p:spPr>
          <a:xfrm>
            <a:off x="6044101" y="875650"/>
            <a:ext cx="3026700" cy="48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Findings</a:t>
            </a:r>
            <a:endParaRPr/>
          </a:p>
        </p:txBody>
      </p:sp>
      <p:sp>
        <p:nvSpPr>
          <p:cNvPr id="845" name="Google Shape;845;p85"/>
          <p:cNvSpPr txBox="1"/>
          <p:nvPr>
            <p:ph idx="2" type="subTitle"/>
          </p:nvPr>
        </p:nvSpPr>
        <p:spPr>
          <a:xfrm>
            <a:off x="6007500" y="1432750"/>
            <a:ext cx="309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Caregiving and health issues</a:t>
            </a:r>
            <a:r>
              <a:rPr lang="en"/>
              <a:t> are the main barriers to employment.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85"/>
          <p:cNvSpPr txBox="1"/>
          <p:nvPr>
            <p:ph idx="2" type="subTitle"/>
          </p:nvPr>
        </p:nvSpPr>
        <p:spPr>
          <a:xfrm>
            <a:off x="6016650" y="2869450"/>
            <a:ext cx="3026700" cy="7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In 2020, </a:t>
            </a:r>
            <a:r>
              <a:rPr b="1" lang="en"/>
              <a:t>financial optimism outweighed pessimism</a:t>
            </a:r>
            <a:r>
              <a:rPr lang="en"/>
              <a:t> among respondents.</a:t>
            </a:r>
            <a:endParaRPr/>
          </a:p>
        </p:txBody>
      </p:sp>
      <p:sp>
        <p:nvSpPr>
          <p:cNvPr id="847" name="Google Shape;847;p8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8" name="Google Shape;848;p85"/>
          <p:cNvSpPr/>
          <p:nvPr/>
        </p:nvSpPr>
        <p:spPr>
          <a:xfrm>
            <a:off x="6032700" y="3661742"/>
            <a:ext cx="3081000" cy="8781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Economic participation is currently stalled by structural barriers (childcare) and information asymmetry (permits).</a:t>
            </a:r>
            <a:endParaRPr b="1" sz="12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3" name="Google Shape;853;p86" title="Screenshot 2026-04-28 at 3.19.10 PM.png"/>
          <p:cNvPicPr preferRelativeResize="0"/>
          <p:nvPr/>
        </p:nvPicPr>
        <p:blipFill rotWithShape="1">
          <a:blip r:embed="rId3">
            <a:alphaModFix/>
          </a:blip>
          <a:srcRect b="0" l="758" r="866" t="0"/>
          <a:stretch/>
        </p:blipFill>
        <p:spPr>
          <a:xfrm>
            <a:off x="274320" y="758975"/>
            <a:ext cx="5366073" cy="43369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1400000" dist="95250">
              <a:srgbClr val="000000">
                <a:alpha val="20000"/>
              </a:srgbClr>
            </a:outerShdw>
          </a:effectLst>
        </p:spPr>
      </p:pic>
      <p:sp>
        <p:nvSpPr>
          <p:cNvPr id="854" name="Google Shape;854;p86"/>
          <p:cNvSpPr txBox="1"/>
          <p:nvPr>
            <p:ph type="title"/>
          </p:nvPr>
        </p:nvSpPr>
        <p:spPr>
          <a:xfrm>
            <a:off x="228450" y="186275"/>
            <a:ext cx="868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Food Security: Refugees are adapting to Hunger</a:t>
            </a:r>
            <a:endParaRPr sz="2700"/>
          </a:p>
        </p:txBody>
      </p:sp>
      <p:sp>
        <p:nvSpPr>
          <p:cNvPr id="855" name="Google Shape;855;p86"/>
          <p:cNvSpPr txBox="1"/>
          <p:nvPr>
            <p:ph idx="2" type="subTitle"/>
          </p:nvPr>
        </p:nvSpPr>
        <p:spPr>
          <a:xfrm>
            <a:off x="5728400" y="1858617"/>
            <a:ext cx="2828400" cy="7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Households</a:t>
            </a:r>
            <a:r>
              <a:rPr lang="en"/>
              <a:t> </a:t>
            </a:r>
            <a:r>
              <a:rPr b="1" lang="en"/>
              <a:t>are</a:t>
            </a:r>
            <a:r>
              <a:rPr lang="en"/>
              <a:t> </a:t>
            </a:r>
            <a:r>
              <a:rPr b="1" lang="en"/>
              <a:t>rationing</a:t>
            </a:r>
            <a:r>
              <a:rPr lang="en"/>
              <a:t> by </a:t>
            </a:r>
            <a:r>
              <a:rPr b="1" lang="en"/>
              <a:t>Meal Portioning </a:t>
            </a:r>
            <a:r>
              <a:rPr lang="en"/>
              <a:t>and</a:t>
            </a:r>
            <a:r>
              <a:rPr b="1" lang="en"/>
              <a:t> Meal cutting</a:t>
            </a:r>
            <a:r>
              <a:rPr lang="en"/>
              <a:t> </a:t>
            </a:r>
            <a:r>
              <a:rPr b="1" lang="en"/>
              <a:t>~2x per week</a:t>
            </a:r>
            <a:endParaRPr b="1"/>
          </a:p>
        </p:txBody>
      </p:sp>
      <p:sp>
        <p:nvSpPr>
          <p:cNvPr id="856" name="Google Shape;856;p86"/>
          <p:cNvSpPr txBox="1"/>
          <p:nvPr/>
        </p:nvSpPr>
        <p:spPr>
          <a:xfrm>
            <a:off x="5728400" y="1262900"/>
            <a:ext cx="2532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</a:pPr>
            <a:r>
              <a:rPr b="1"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 in 3</a:t>
            </a: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households </a:t>
            </a:r>
            <a:r>
              <a:rPr b="1"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run out of food </a:t>
            </a: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each week</a:t>
            </a:r>
            <a:endParaRPr/>
          </a:p>
        </p:txBody>
      </p:sp>
      <p:sp>
        <p:nvSpPr>
          <p:cNvPr id="857" name="Google Shape;857;p86"/>
          <p:cNvSpPr txBox="1"/>
          <p:nvPr>
            <p:ph idx="2" type="subTitle"/>
          </p:nvPr>
        </p:nvSpPr>
        <p:spPr>
          <a:xfrm>
            <a:off x="5728400" y="2602536"/>
            <a:ext cx="28818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20%</a:t>
            </a:r>
            <a:r>
              <a:rPr lang="en"/>
              <a:t> of</a:t>
            </a:r>
            <a:r>
              <a:rPr b="1" lang="en"/>
              <a:t> Children </a:t>
            </a:r>
            <a:r>
              <a:rPr lang="en"/>
              <a:t>go</a:t>
            </a:r>
            <a:r>
              <a:rPr b="1" lang="en"/>
              <a:t> at least 1 day without food weekly</a:t>
            </a:r>
            <a:endParaRPr b="1"/>
          </a:p>
        </p:txBody>
      </p:sp>
      <p:sp>
        <p:nvSpPr>
          <p:cNvPr id="858" name="Google Shape;858;p86"/>
          <p:cNvSpPr txBox="1"/>
          <p:nvPr>
            <p:ph idx="2" type="subTitle"/>
          </p:nvPr>
        </p:nvSpPr>
        <p:spPr>
          <a:xfrm>
            <a:off x="5728400" y="3207238"/>
            <a:ext cx="2702700" cy="57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30% of Adults </a:t>
            </a:r>
            <a:r>
              <a:rPr lang="en"/>
              <a:t>go</a:t>
            </a:r>
            <a:r>
              <a:rPr b="1" lang="en"/>
              <a:t> at least 1 day without food weekly</a:t>
            </a:r>
            <a:endParaRPr b="1"/>
          </a:p>
        </p:txBody>
      </p:sp>
      <p:sp>
        <p:nvSpPr>
          <p:cNvPr id="859" name="Google Shape;859;p86"/>
          <p:cNvSpPr txBox="1"/>
          <p:nvPr>
            <p:ph idx="3" type="subTitle"/>
          </p:nvPr>
        </p:nvSpPr>
        <p:spPr>
          <a:xfrm>
            <a:off x="5884576" y="764086"/>
            <a:ext cx="3026700" cy="48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Findings</a:t>
            </a:r>
            <a:endParaRPr/>
          </a:p>
        </p:txBody>
      </p:sp>
      <p:pic>
        <p:nvPicPr>
          <p:cNvPr id="860" name="Google Shape;860;p86" title="Screenshot 2026-04-28 at 3.19.2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2850" y="1109000"/>
            <a:ext cx="1823800" cy="1761134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86"/>
          <p:cNvSpPr/>
          <p:nvPr/>
        </p:nvSpPr>
        <p:spPr>
          <a:xfrm>
            <a:off x="1542550" y="1891425"/>
            <a:ext cx="588900" cy="888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62" name="Google Shape;862;p86" title="Screenshot 2026-04-28 at 3.19.44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21525" y="1108990"/>
            <a:ext cx="2547684" cy="1761125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86"/>
          <p:cNvSpPr/>
          <p:nvPr/>
        </p:nvSpPr>
        <p:spPr>
          <a:xfrm>
            <a:off x="3095775" y="1593775"/>
            <a:ext cx="2473500" cy="254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64" name="Google Shape;864;p86" title="Screenshot 2026-04-28 at 3.20.07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8968" y="2953512"/>
            <a:ext cx="2547675" cy="2088257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86"/>
          <p:cNvSpPr/>
          <p:nvPr/>
        </p:nvSpPr>
        <p:spPr>
          <a:xfrm>
            <a:off x="1112825" y="4364300"/>
            <a:ext cx="1823700" cy="677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66" name="Google Shape;866;p86" title="Screenshot 2026-04-28 at 3.20.34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28923" y="2956238"/>
            <a:ext cx="2532888" cy="2082794"/>
          </a:xfrm>
          <a:prstGeom prst="rect">
            <a:avLst/>
          </a:prstGeom>
          <a:noFill/>
          <a:ln>
            <a:noFill/>
          </a:ln>
        </p:spPr>
      </p:pic>
      <p:sp>
        <p:nvSpPr>
          <p:cNvPr id="867" name="Google Shape;867;p86"/>
          <p:cNvSpPr/>
          <p:nvPr/>
        </p:nvSpPr>
        <p:spPr>
          <a:xfrm>
            <a:off x="3677975" y="4364300"/>
            <a:ext cx="1883700" cy="677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8" name="Google Shape;868;p86"/>
          <p:cNvSpPr/>
          <p:nvPr/>
        </p:nvSpPr>
        <p:spPr>
          <a:xfrm>
            <a:off x="5775825" y="3851825"/>
            <a:ext cx="3244200" cy="98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Syrian refugees are managing scarcity not escaping it.</a:t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Policy interventions </a:t>
            </a: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must </a:t>
            </a: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prioritize</a:t>
            </a: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sustained, reliable food access.</a:t>
            </a:r>
            <a:endParaRPr b="1"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9" name="Google Shape;869;p8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4" name="Google Shape;874;p87"/>
          <p:cNvGrpSpPr/>
          <p:nvPr/>
        </p:nvGrpSpPr>
        <p:grpSpPr>
          <a:xfrm>
            <a:off x="3430862" y="1461455"/>
            <a:ext cx="91500" cy="627000"/>
            <a:chOff x="798794" y="1672175"/>
            <a:chExt cx="91500" cy="627000"/>
          </a:xfrm>
        </p:grpSpPr>
        <p:cxnSp>
          <p:nvCxnSpPr>
            <p:cNvPr id="875" name="Google Shape;875;p87"/>
            <p:cNvCxnSpPr>
              <a:endCxn id="876" idx="4"/>
            </p:cNvCxnSpPr>
            <p:nvPr/>
          </p:nvCxnSpPr>
          <p:spPr>
            <a:xfrm>
              <a:off x="842444" y="1672175"/>
              <a:ext cx="2100" cy="627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76" name="Google Shape;876;p87"/>
            <p:cNvSpPr/>
            <p:nvPr/>
          </p:nvSpPr>
          <p:spPr>
            <a:xfrm>
              <a:off x="798794" y="2207675"/>
              <a:ext cx="91500" cy="91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77" name="Google Shape;877;p87"/>
          <p:cNvSpPr txBox="1"/>
          <p:nvPr>
            <p:ph type="title"/>
          </p:nvPr>
        </p:nvSpPr>
        <p:spPr>
          <a:xfrm>
            <a:off x="168350" y="164837"/>
            <a:ext cx="8616900" cy="7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Refugees are living in Instability</a:t>
            </a:r>
            <a:endParaRPr/>
          </a:p>
        </p:txBody>
      </p:sp>
      <p:sp>
        <p:nvSpPr>
          <p:cNvPr id="878" name="Google Shape;878;p87"/>
          <p:cNvSpPr txBox="1"/>
          <p:nvPr>
            <p:ph idx="3" type="subTitle"/>
          </p:nvPr>
        </p:nvSpPr>
        <p:spPr>
          <a:xfrm>
            <a:off x="6316750" y="1141642"/>
            <a:ext cx="1841100" cy="70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Food Security 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879" name="Google Shape;879;p87"/>
          <p:cNvSpPr txBox="1"/>
          <p:nvPr>
            <p:ph idx="3" type="subTitle"/>
          </p:nvPr>
        </p:nvSpPr>
        <p:spPr>
          <a:xfrm>
            <a:off x="6316750" y="1809617"/>
            <a:ext cx="1841100" cy="57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Hunger is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normalized</a:t>
            </a:r>
            <a:endParaRPr sz="1200"/>
          </a:p>
        </p:txBody>
      </p:sp>
      <p:sp>
        <p:nvSpPr>
          <p:cNvPr id="880" name="Google Shape;880;p87"/>
          <p:cNvSpPr txBox="1"/>
          <p:nvPr>
            <p:ph idx="3" type="subTitle"/>
          </p:nvPr>
        </p:nvSpPr>
        <p:spPr>
          <a:xfrm>
            <a:off x="3556250" y="1141642"/>
            <a:ext cx="1607700" cy="70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Economics 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881" name="Google Shape;881;p87"/>
          <p:cNvSpPr txBox="1"/>
          <p:nvPr>
            <p:ph idx="3" type="subTitle"/>
          </p:nvPr>
        </p:nvSpPr>
        <p:spPr>
          <a:xfrm>
            <a:off x="986150" y="1141642"/>
            <a:ext cx="2007300" cy="69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Mental Health 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882" name="Google Shape;882;p87"/>
          <p:cNvSpPr txBox="1"/>
          <p:nvPr>
            <p:ph idx="3" type="subTitle"/>
          </p:nvPr>
        </p:nvSpPr>
        <p:spPr>
          <a:xfrm>
            <a:off x="986150" y="1809617"/>
            <a:ext cx="1841100" cy="57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Well-being is plateauing</a:t>
            </a:r>
            <a:endParaRPr sz="1200"/>
          </a:p>
        </p:txBody>
      </p:sp>
      <p:sp>
        <p:nvSpPr>
          <p:cNvPr id="883" name="Google Shape;883;p87"/>
          <p:cNvSpPr txBox="1"/>
          <p:nvPr/>
        </p:nvSpPr>
        <p:spPr>
          <a:xfrm>
            <a:off x="986150" y="2436355"/>
            <a:ext cx="184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Sleep is worsening, happiness is flat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4" name="Google Shape;884;p87"/>
          <p:cNvSpPr txBox="1"/>
          <p:nvPr/>
        </p:nvSpPr>
        <p:spPr>
          <a:xfrm>
            <a:off x="3556250" y="2436361"/>
            <a:ext cx="219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Caregiving, illness and lack of permits limits employment opportunities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5" name="Google Shape;885;p87"/>
          <p:cNvSpPr txBox="1"/>
          <p:nvPr>
            <p:ph idx="3" type="subTitle"/>
          </p:nvPr>
        </p:nvSpPr>
        <p:spPr>
          <a:xfrm>
            <a:off x="3556250" y="1809617"/>
            <a:ext cx="1080600" cy="57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Work is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out of reach</a:t>
            </a:r>
            <a:endParaRPr sz="1200"/>
          </a:p>
        </p:txBody>
      </p:sp>
      <p:sp>
        <p:nvSpPr>
          <p:cNvPr id="886" name="Google Shape;886;p87"/>
          <p:cNvSpPr txBox="1"/>
          <p:nvPr/>
        </p:nvSpPr>
        <p:spPr>
          <a:xfrm>
            <a:off x="6316750" y="2436355"/>
            <a:ext cx="18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Inter"/>
                <a:ea typeface="Inter"/>
                <a:cs typeface="Inter"/>
                <a:sym typeface="Inter"/>
              </a:rPr>
              <a:t>Adults and children regularly go at least one day without food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7" name="Google Shape;887;p87"/>
          <p:cNvSpPr/>
          <p:nvPr/>
        </p:nvSpPr>
        <p:spPr>
          <a:xfrm>
            <a:off x="861350" y="3528733"/>
            <a:ext cx="7230900" cy="1525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Many </a:t>
            </a:r>
            <a:r>
              <a:rPr b="1" lang="en" u="sng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rPr>
              <a:t>refugees are returning to Syria</a:t>
            </a:r>
            <a:r>
              <a:rPr b="1"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 after the authoritarian President Bashar al-Assad fled the country, causing the </a:t>
            </a:r>
            <a:r>
              <a:rPr b="1" lang="en" u="sng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rPr>
              <a:t>centralization of </a:t>
            </a:r>
            <a:r>
              <a:rPr b="1" lang="en" u="sng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rPr>
              <a:t>a once dispersed community</a:t>
            </a:r>
            <a:r>
              <a:rPr b="1" lang="en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r>
              <a:rPr b="1"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1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rPr>
              <a:t>CEGA</a:t>
            </a:r>
            <a:r>
              <a:rPr b="1"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 will use these </a:t>
            </a:r>
            <a:r>
              <a:rPr b="1" lang="en" u="sng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rPr>
              <a:t>dashboards</a:t>
            </a:r>
            <a:r>
              <a:rPr b="1"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 as </a:t>
            </a:r>
            <a:r>
              <a:rPr b="1" lang="en" u="sng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rPr>
              <a:t>an aid to raise funding for future research</a:t>
            </a:r>
            <a:r>
              <a:rPr b="1" lang="en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about the experiences of this population.</a:t>
            </a:r>
            <a:endParaRPr b="1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88" name="Google Shape;888;p87"/>
          <p:cNvGrpSpPr/>
          <p:nvPr/>
        </p:nvGrpSpPr>
        <p:grpSpPr>
          <a:xfrm>
            <a:off x="861344" y="1497505"/>
            <a:ext cx="91500" cy="627000"/>
            <a:chOff x="798794" y="1672175"/>
            <a:chExt cx="91500" cy="627000"/>
          </a:xfrm>
        </p:grpSpPr>
        <p:cxnSp>
          <p:nvCxnSpPr>
            <p:cNvPr id="889" name="Google Shape;889;p87"/>
            <p:cNvCxnSpPr>
              <a:endCxn id="890" idx="4"/>
            </p:cNvCxnSpPr>
            <p:nvPr/>
          </p:nvCxnSpPr>
          <p:spPr>
            <a:xfrm>
              <a:off x="842444" y="1672175"/>
              <a:ext cx="2100" cy="627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90" name="Google Shape;890;p87"/>
            <p:cNvSpPr/>
            <p:nvPr/>
          </p:nvSpPr>
          <p:spPr>
            <a:xfrm>
              <a:off x="798794" y="2207675"/>
              <a:ext cx="91500" cy="91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91" name="Google Shape;891;p87"/>
          <p:cNvSpPr/>
          <p:nvPr/>
        </p:nvSpPr>
        <p:spPr>
          <a:xfrm>
            <a:off x="861344" y="1461455"/>
            <a:ext cx="91500" cy="91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92" name="Google Shape;892;p87"/>
          <p:cNvGrpSpPr/>
          <p:nvPr/>
        </p:nvGrpSpPr>
        <p:grpSpPr>
          <a:xfrm>
            <a:off x="861344" y="2126130"/>
            <a:ext cx="91500" cy="641700"/>
            <a:chOff x="798794" y="2300800"/>
            <a:chExt cx="91500" cy="641700"/>
          </a:xfrm>
        </p:grpSpPr>
        <p:cxnSp>
          <p:nvCxnSpPr>
            <p:cNvPr id="893" name="Google Shape;893;p87"/>
            <p:cNvCxnSpPr>
              <a:endCxn id="894" idx="4"/>
            </p:cNvCxnSpPr>
            <p:nvPr/>
          </p:nvCxnSpPr>
          <p:spPr>
            <a:xfrm>
              <a:off x="842744" y="2300800"/>
              <a:ext cx="1800" cy="641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94" name="Google Shape;894;p87"/>
            <p:cNvSpPr/>
            <p:nvPr/>
          </p:nvSpPr>
          <p:spPr>
            <a:xfrm>
              <a:off x="798794" y="2851000"/>
              <a:ext cx="91500" cy="91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95" name="Google Shape;895;p87"/>
          <p:cNvSpPr/>
          <p:nvPr/>
        </p:nvSpPr>
        <p:spPr>
          <a:xfrm>
            <a:off x="3430862" y="1444867"/>
            <a:ext cx="91500" cy="91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96" name="Google Shape;896;p87"/>
          <p:cNvGrpSpPr/>
          <p:nvPr/>
        </p:nvGrpSpPr>
        <p:grpSpPr>
          <a:xfrm>
            <a:off x="3430862" y="2090080"/>
            <a:ext cx="91500" cy="641700"/>
            <a:chOff x="798794" y="2300800"/>
            <a:chExt cx="91500" cy="641700"/>
          </a:xfrm>
        </p:grpSpPr>
        <p:cxnSp>
          <p:nvCxnSpPr>
            <p:cNvPr id="897" name="Google Shape;897;p87"/>
            <p:cNvCxnSpPr>
              <a:endCxn id="898" idx="4"/>
            </p:cNvCxnSpPr>
            <p:nvPr/>
          </p:nvCxnSpPr>
          <p:spPr>
            <a:xfrm>
              <a:off x="842744" y="2300800"/>
              <a:ext cx="1800" cy="641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98" name="Google Shape;898;p87"/>
            <p:cNvSpPr/>
            <p:nvPr/>
          </p:nvSpPr>
          <p:spPr>
            <a:xfrm>
              <a:off x="798794" y="2851000"/>
              <a:ext cx="91500" cy="91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99" name="Google Shape;899;p87"/>
          <p:cNvGrpSpPr/>
          <p:nvPr/>
        </p:nvGrpSpPr>
        <p:grpSpPr>
          <a:xfrm>
            <a:off x="6192605" y="1497505"/>
            <a:ext cx="91500" cy="627000"/>
            <a:chOff x="798794" y="1672175"/>
            <a:chExt cx="91500" cy="627000"/>
          </a:xfrm>
        </p:grpSpPr>
        <p:cxnSp>
          <p:nvCxnSpPr>
            <p:cNvPr id="900" name="Google Shape;900;p87"/>
            <p:cNvCxnSpPr>
              <a:endCxn id="901" idx="4"/>
            </p:cNvCxnSpPr>
            <p:nvPr/>
          </p:nvCxnSpPr>
          <p:spPr>
            <a:xfrm>
              <a:off x="842444" y="1672175"/>
              <a:ext cx="2100" cy="627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01" name="Google Shape;901;p87"/>
            <p:cNvSpPr/>
            <p:nvPr/>
          </p:nvSpPr>
          <p:spPr>
            <a:xfrm>
              <a:off x="798794" y="2207675"/>
              <a:ext cx="91500" cy="91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902" name="Google Shape;902;p87"/>
          <p:cNvSpPr/>
          <p:nvPr/>
        </p:nvSpPr>
        <p:spPr>
          <a:xfrm>
            <a:off x="6192605" y="1461455"/>
            <a:ext cx="91500" cy="91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03" name="Google Shape;903;p87"/>
          <p:cNvGrpSpPr/>
          <p:nvPr/>
        </p:nvGrpSpPr>
        <p:grpSpPr>
          <a:xfrm>
            <a:off x="6192605" y="2126130"/>
            <a:ext cx="91500" cy="641700"/>
            <a:chOff x="798794" y="2300800"/>
            <a:chExt cx="91500" cy="641700"/>
          </a:xfrm>
        </p:grpSpPr>
        <p:cxnSp>
          <p:nvCxnSpPr>
            <p:cNvPr id="904" name="Google Shape;904;p87"/>
            <p:cNvCxnSpPr>
              <a:endCxn id="905" idx="4"/>
            </p:cNvCxnSpPr>
            <p:nvPr/>
          </p:nvCxnSpPr>
          <p:spPr>
            <a:xfrm>
              <a:off x="842744" y="2300800"/>
              <a:ext cx="1800" cy="641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05" name="Google Shape;905;p87"/>
            <p:cNvSpPr/>
            <p:nvPr/>
          </p:nvSpPr>
          <p:spPr>
            <a:xfrm>
              <a:off x="798794" y="2851000"/>
              <a:ext cx="91500" cy="91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906" name="Google Shape;906;p8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88"/>
          <p:cNvSpPr txBox="1"/>
          <p:nvPr>
            <p:ph type="title"/>
          </p:nvPr>
        </p:nvSpPr>
        <p:spPr>
          <a:xfrm>
            <a:off x="438900" y="264232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steps: Offboarding strategy</a:t>
            </a:r>
            <a:endParaRPr/>
          </a:p>
        </p:txBody>
      </p:sp>
      <p:grpSp>
        <p:nvGrpSpPr>
          <p:cNvPr id="912" name="Google Shape;912;p88"/>
          <p:cNvGrpSpPr/>
          <p:nvPr/>
        </p:nvGrpSpPr>
        <p:grpSpPr>
          <a:xfrm>
            <a:off x="591275" y="1346605"/>
            <a:ext cx="7946400" cy="768019"/>
            <a:chOff x="598800" y="1166680"/>
            <a:chExt cx="7946400" cy="768019"/>
          </a:xfrm>
        </p:grpSpPr>
        <p:sp>
          <p:nvSpPr>
            <p:cNvPr id="913" name="Google Shape;913;p88"/>
            <p:cNvSpPr/>
            <p:nvPr/>
          </p:nvSpPr>
          <p:spPr>
            <a:xfrm>
              <a:off x="598800" y="1166699"/>
              <a:ext cx="7946400" cy="7680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2">
                  <a:alpha val="349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88"/>
            <p:cNvSpPr/>
            <p:nvPr/>
          </p:nvSpPr>
          <p:spPr>
            <a:xfrm>
              <a:off x="598800" y="1166680"/>
              <a:ext cx="54900" cy="768000"/>
            </a:xfrm>
            <a:prstGeom prst="rect">
              <a:avLst/>
            </a:prstGeom>
            <a:solidFill>
              <a:schemeClr val="lt2"/>
            </a:solidFill>
            <a:ln cap="flat" cmpd="sng" w="127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88"/>
            <p:cNvSpPr/>
            <p:nvPr/>
          </p:nvSpPr>
          <p:spPr>
            <a:xfrm>
              <a:off x="717672" y="1221544"/>
              <a:ext cx="502800" cy="40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C6704"/>
                </a:buClr>
                <a:buSzPts val="1800"/>
                <a:buFont typeface="Cambria"/>
                <a:buNone/>
              </a:pPr>
              <a:r>
                <a:rPr b="1" i="0" lang="en" sz="1800" u="none" cap="none" strike="noStrik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rPr>
                <a:t>01</a:t>
              </a:r>
              <a:endParaRPr b="1" i="0" sz="1800" u="none" cap="none" strike="noStrik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descr="preencoded.png" id="916" name="Google Shape;916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26723" y="1367785"/>
              <a:ext cx="365760" cy="3657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7" name="Google Shape;917;p88"/>
            <p:cNvSpPr/>
            <p:nvPr/>
          </p:nvSpPr>
          <p:spPr>
            <a:xfrm>
              <a:off x="1819149" y="1377092"/>
              <a:ext cx="17730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Cambria"/>
                <a:buNone/>
              </a:pPr>
              <a:r>
                <a:rPr b="1" lang="en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Transition</a:t>
              </a:r>
              <a:r>
                <a:rPr b="1" lang="en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i="0" lang="en" u="none" cap="none" strike="noStrik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Dashboards a</a:t>
              </a:r>
              <a:r>
                <a:rPr b="1" lang="en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nd assets </a:t>
              </a:r>
              <a:r>
                <a:rPr b="1" i="0" lang="en" u="none" cap="none" strike="noStrik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to CEGA</a:t>
              </a:r>
              <a:endParaRPr i="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918" name="Google Shape;918;p88"/>
            <p:cNvCxnSpPr/>
            <p:nvPr/>
          </p:nvCxnSpPr>
          <p:spPr>
            <a:xfrm>
              <a:off x="3771908" y="1258120"/>
              <a:ext cx="0" cy="585300"/>
            </a:xfrm>
            <a:prstGeom prst="straightConnector1">
              <a:avLst/>
            </a:prstGeom>
            <a:noFill/>
            <a:ln cap="flat" cmpd="sng" w="9525">
              <a:solidFill>
                <a:schemeClr val="lt2">
                  <a:alpha val="451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19" name="Google Shape;919;p88"/>
            <p:cNvSpPr/>
            <p:nvPr/>
          </p:nvSpPr>
          <p:spPr>
            <a:xfrm>
              <a:off x="3881636" y="1230688"/>
              <a:ext cx="46635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D3E8E9"/>
                </a:buClr>
                <a:buSzPts val="850"/>
                <a:buFont typeface="Calibri"/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Deliver the six completed dashboards to CEGA for website implementation.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20" name="Google Shape;920;p88"/>
          <p:cNvGrpSpPr/>
          <p:nvPr/>
        </p:nvGrpSpPr>
        <p:grpSpPr>
          <a:xfrm>
            <a:off x="591275" y="2285161"/>
            <a:ext cx="7946400" cy="768002"/>
            <a:chOff x="598800" y="2564217"/>
            <a:chExt cx="7946400" cy="768002"/>
          </a:xfrm>
        </p:grpSpPr>
        <p:sp>
          <p:nvSpPr>
            <p:cNvPr id="921" name="Google Shape;921;p88"/>
            <p:cNvSpPr/>
            <p:nvPr/>
          </p:nvSpPr>
          <p:spPr>
            <a:xfrm>
              <a:off x="598800" y="2564217"/>
              <a:ext cx="7946400" cy="7680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2">
                  <a:alpha val="349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88"/>
            <p:cNvSpPr/>
            <p:nvPr/>
          </p:nvSpPr>
          <p:spPr>
            <a:xfrm>
              <a:off x="598800" y="2564219"/>
              <a:ext cx="54900" cy="768000"/>
            </a:xfrm>
            <a:prstGeom prst="rect">
              <a:avLst/>
            </a:prstGeom>
            <a:solidFill>
              <a:schemeClr val="lt2"/>
            </a:solidFill>
            <a:ln cap="flat" cmpd="sng" w="127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88"/>
            <p:cNvSpPr/>
            <p:nvPr/>
          </p:nvSpPr>
          <p:spPr>
            <a:xfrm>
              <a:off x="717672" y="2619083"/>
              <a:ext cx="502800" cy="40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C6704"/>
                </a:buClr>
                <a:buSzPts val="1800"/>
                <a:buFont typeface="Cambria"/>
                <a:buNone/>
              </a:pPr>
              <a:r>
                <a:rPr b="1" i="0" lang="en" sz="1800" u="none" cap="none" strike="noStrik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rPr>
                <a:t>02</a:t>
              </a:r>
              <a:endParaRPr i="0" sz="1800" u="none" cap="none" strike="noStrik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descr="preencoded.png" id="924" name="Google Shape;924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26923" y="2765349"/>
              <a:ext cx="365760" cy="3657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5" name="Google Shape;925;p88"/>
            <p:cNvSpPr/>
            <p:nvPr/>
          </p:nvSpPr>
          <p:spPr>
            <a:xfrm>
              <a:off x="1819250" y="2774513"/>
              <a:ext cx="17730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Cambria"/>
                <a:buNone/>
              </a:pPr>
              <a:r>
                <a:rPr b="1" lang="en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Share </a:t>
              </a:r>
              <a:r>
                <a:rPr b="1" i="0" lang="en" u="none" cap="none" strike="noStrik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Reproducible Data Pipeline</a:t>
              </a:r>
              <a:endParaRPr i="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926" name="Google Shape;926;p88"/>
            <p:cNvCxnSpPr/>
            <p:nvPr/>
          </p:nvCxnSpPr>
          <p:spPr>
            <a:xfrm>
              <a:off x="3771908" y="2655659"/>
              <a:ext cx="0" cy="585300"/>
            </a:xfrm>
            <a:prstGeom prst="straightConnector1">
              <a:avLst/>
            </a:prstGeom>
            <a:noFill/>
            <a:ln cap="flat" cmpd="sng" w="9525">
              <a:solidFill>
                <a:schemeClr val="lt2">
                  <a:alpha val="451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27" name="Google Shape;927;p88"/>
            <p:cNvSpPr/>
            <p:nvPr/>
          </p:nvSpPr>
          <p:spPr>
            <a:xfrm>
              <a:off x="3881636" y="2628227"/>
              <a:ext cx="46635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D3E8E9"/>
                </a:buClr>
                <a:buSzPts val="850"/>
                <a:buFont typeface="Calibri"/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Standardize the Python cleaning workflow and document the Stata-to-CSV handoff to speed access and prevent delays.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28" name="Google Shape;928;p88"/>
          <p:cNvGrpSpPr/>
          <p:nvPr/>
        </p:nvGrpSpPr>
        <p:grpSpPr>
          <a:xfrm>
            <a:off x="606325" y="3223700"/>
            <a:ext cx="7946400" cy="768006"/>
            <a:chOff x="598800" y="3878775"/>
            <a:chExt cx="7946400" cy="768006"/>
          </a:xfrm>
        </p:grpSpPr>
        <p:sp>
          <p:nvSpPr>
            <p:cNvPr id="929" name="Google Shape;929;p88"/>
            <p:cNvSpPr/>
            <p:nvPr/>
          </p:nvSpPr>
          <p:spPr>
            <a:xfrm>
              <a:off x="598800" y="3878775"/>
              <a:ext cx="7946400" cy="7680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2">
                  <a:alpha val="349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88"/>
            <p:cNvSpPr/>
            <p:nvPr/>
          </p:nvSpPr>
          <p:spPr>
            <a:xfrm>
              <a:off x="598800" y="3878780"/>
              <a:ext cx="54900" cy="768000"/>
            </a:xfrm>
            <a:prstGeom prst="rect">
              <a:avLst/>
            </a:prstGeom>
            <a:solidFill>
              <a:schemeClr val="lt2"/>
            </a:solidFill>
            <a:ln cap="flat" cmpd="sng" w="127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88"/>
            <p:cNvSpPr/>
            <p:nvPr/>
          </p:nvSpPr>
          <p:spPr>
            <a:xfrm>
              <a:off x="717672" y="3933644"/>
              <a:ext cx="502800" cy="40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C6704"/>
                </a:buClr>
                <a:buSzPts val="1800"/>
                <a:buFont typeface="Cambria"/>
                <a:buNone/>
              </a:pPr>
              <a:r>
                <a:rPr b="1" i="0" lang="en" sz="1800" u="none" cap="none" strike="noStrik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rPr>
                <a:t>03</a:t>
              </a:r>
              <a:endParaRPr i="0" sz="1800" u="none" cap="none" strike="noStrik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descr="preencoded.png" id="932" name="Google Shape;932;p8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258230" y="4079898"/>
              <a:ext cx="365760" cy="3657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3" name="Google Shape;933;p88"/>
            <p:cNvSpPr/>
            <p:nvPr/>
          </p:nvSpPr>
          <p:spPr>
            <a:xfrm>
              <a:off x="1819200" y="4089081"/>
              <a:ext cx="17730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Cambria"/>
                <a:buNone/>
              </a:pPr>
              <a:r>
                <a:rPr b="1" lang="en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Documentation</a:t>
              </a:r>
              <a:endParaRPr b="1" i="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934" name="Google Shape;934;p88"/>
            <p:cNvCxnSpPr/>
            <p:nvPr/>
          </p:nvCxnSpPr>
          <p:spPr>
            <a:xfrm>
              <a:off x="3771908" y="3970220"/>
              <a:ext cx="0" cy="585300"/>
            </a:xfrm>
            <a:prstGeom prst="straightConnector1">
              <a:avLst/>
            </a:prstGeom>
            <a:noFill/>
            <a:ln cap="flat" cmpd="sng" w="9525">
              <a:solidFill>
                <a:schemeClr val="lt2">
                  <a:alpha val="451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35" name="Google Shape;935;p88"/>
            <p:cNvSpPr/>
            <p:nvPr/>
          </p:nvSpPr>
          <p:spPr>
            <a:xfrm>
              <a:off x="3881625" y="3942800"/>
              <a:ext cx="46635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D3E8E9"/>
                </a:buClr>
                <a:buSzPts val="850"/>
                <a:buFont typeface="Calibri"/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Provide detailed documentation for easy integration to Harvard Data Verse and subsequent research studies.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936" name="Google Shape;936;p8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7" name="Google Shape;937;p8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89"/>
          <p:cNvSpPr txBox="1"/>
          <p:nvPr>
            <p:ph type="title"/>
          </p:nvPr>
        </p:nvSpPr>
        <p:spPr>
          <a:xfrm>
            <a:off x="2347938" y="175665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Thanks!</a:t>
            </a:r>
            <a:endParaRPr sz="5000"/>
          </a:p>
        </p:txBody>
      </p:sp>
      <p:sp>
        <p:nvSpPr>
          <p:cNvPr id="943" name="Google Shape;943;p89"/>
          <p:cNvSpPr txBox="1"/>
          <p:nvPr>
            <p:ph idx="5" type="subTitle"/>
          </p:nvPr>
        </p:nvSpPr>
        <p:spPr>
          <a:xfrm>
            <a:off x="2444094" y="2571750"/>
            <a:ext cx="4255800" cy="5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/>
              <a:t>Q</a:t>
            </a:r>
            <a:r>
              <a:rPr b="0" lang="en" sz="1500"/>
              <a:t>uestions or comments?</a:t>
            </a:r>
            <a:endParaRPr b="0" sz="1500"/>
          </a:p>
        </p:txBody>
      </p:sp>
      <p:sp>
        <p:nvSpPr>
          <p:cNvPr id="944" name="Google Shape;944;p89"/>
          <p:cNvSpPr txBox="1"/>
          <p:nvPr>
            <p:ph idx="5" type="subTitle"/>
          </p:nvPr>
        </p:nvSpPr>
        <p:spPr>
          <a:xfrm>
            <a:off x="2087100" y="3189975"/>
            <a:ext cx="4969800" cy="71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/>
              <a:t>CEGA </a:t>
            </a:r>
            <a:endParaRPr b="0"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/>
              <a:t>x</a:t>
            </a:r>
            <a:endParaRPr b="0"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/>
              <a:t>Hanning Zhou, Juan Rubén Gomez, &amp; Fuguan O’Brien</a:t>
            </a:r>
            <a:endParaRPr b="0"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9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0" name="Google Shape;950;p90"/>
          <p:cNvSpPr txBox="1"/>
          <p:nvPr>
            <p:ph type="title"/>
          </p:nvPr>
        </p:nvSpPr>
        <p:spPr>
          <a:xfrm>
            <a:off x="2347938" y="175665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Appendix</a:t>
            </a:r>
            <a:endParaRPr sz="5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9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956" name="Google Shape;956;p91"/>
          <p:cNvSpPr/>
          <p:nvPr/>
        </p:nvSpPr>
        <p:spPr>
          <a:xfrm>
            <a:off x="344090" y="1517454"/>
            <a:ext cx="4069200" cy="31245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12700">
              <a:srgbClr val="000000">
                <a:alpha val="70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91"/>
          <p:cNvSpPr/>
          <p:nvPr/>
        </p:nvSpPr>
        <p:spPr>
          <a:xfrm>
            <a:off x="344093" y="1517451"/>
            <a:ext cx="4069200" cy="6390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91"/>
          <p:cNvSpPr/>
          <p:nvPr/>
        </p:nvSpPr>
        <p:spPr>
          <a:xfrm>
            <a:off x="955690" y="1700448"/>
            <a:ext cx="32748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50"/>
              <a:buFont typeface="Cambria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Caveats &amp; Limitations</a:t>
            </a:r>
            <a:endParaRPr i="0" sz="1800" u="none" cap="none" strike="noStrik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9" name="Google Shape;959;p91"/>
          <p:cNvSpPr/>
          <p:nvPr/>
        </p:nvSpPr>
        <p:spPr>
          <a:xfrm>
            <a:off x="481275" y="2332775"/>
            <a:ext cx="3749100" cy="21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Data cleaning and preprocessing (Stata -&gt; Python and Tableau)</a:t>
            </a:r>
            <a:endParaRPr sz="1300">
              <a:solidFill>
                <a:srgbClr val="1A233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Narrowed scope to focus on dashboards</a:t>
            </a:r>
            <a:endParaRPr sz="1300">
              <a:solidFill>
                <a:srgbClr val="1A233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Inter"/>
              <a:buChar char="●"/>
            </a:pPr>
            <a:r>
              <a:rPr lang="en" sz="1300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Mindful that self-reported outcomes may have social desirability bias</a:t>
            </a:r>
            <a:endParaRPr sz="1300">
              <a:solidFill>
                <a:srgbClr val="1A233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0" name="Google Shape;960;p91"/>
          <p:cNvSpPr/>
          <p:nvPr/>
        </p:nvSpPr>
        <p:spPr>
          <a:xfrm>
            <a:off x="4730713" y="1517454"/>
            <a:ext cx="4069200" cy="31245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12700">
              <a:srgbClr val="000000">
                <a:alpha val="70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91"/>
          <p:cNvSpPr/>
          <p:nvPr/>
        </p:nvSpPr>
        <p:spPr>
          <a:xfrm>
            <a:off x="4730705" y="1517451"/>
            <a:ext cx="4069200" cy="6390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91"/>
          <p:cNvSpPr/>
          <p:nvPr/>
        </p:nvSpPr>
        <p:spPr>
          <a:xfrm>
            <a:off x="5342163" y="1700448"/>
            <a:ext cx="32748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262"/>
              </a:buClr>
              <a:buSzPts val="1250"/>
              <a:buFont typeface="Cambria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Future Directions</a:t>
            </a:r>
            <a:endParaRPr i="0" sz="1800" u="none" cap="none" strike="noStrik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3" name="Google Shape;963;p91"/>
          <p:cNvSpPr/>
          <p:nvPr/>
        </p:nvSpPr>
        <p:spPr>
          <a:xfrm>
            <a:off x="4890775" y="2358875"/>
            <a:ext cx="3749100" cy="20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300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Build spatial migration tracking &amp; mapping</a:t>
            </a:r>
            <a:endParaRPr sz="1300">
              <a:solidFill>
                <a:srgbClr val="1A233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300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Integrate Wave 6+ data</a:t>
            </a:r>
            <a:endParaRPr sz="1300">
              <a:solidFill>
                <a:srgbClr val="1A233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300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Standardize Stata data access</a:t>
            </a:r>
            <a:endParaRPr sz="1300">
              <a:solidFill>
                <a:srgbClr val="1A233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300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Partner with UNHCR for admin data</a:t>
            </a:r>
            <a:endParaRPr sz="1300">
              <a:solidFill>
                <a:srgbClr val="1A233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300">
                <a:solidFill>
                  <a:srgbClr val="1A2332"/>
                </a:solidFill>
                <a:latin typeface="Inter"/>
                <a:ea typeface="Inter"/>
                <a:cs typeface="Inter"/>
                <a:sym typeface="Inter"/>
              </a:rPr>
              <a:t>Explore predictive models</a:t>
            </a:r>
            <a:endParaRPr sz="1300">
              <a:solidFill>
                <a:srgbClr val="1A233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64" name="Google Shape;964;p91" title="output-onlinepngtool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0665" y="1700457"/>
            <a:ext cx="301800" cy="30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p91" title="war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498" y="1700454"/>
            <a:ext cx="301800" cy="301800"/>
          </a:xfrm>
          <a:prstGeom prst="rect">
            <a:avLst/>
          </a:prstGeom>
          <a:noFill/>
          <a:ln>
            <a:noFill/>
          </a:ln>
        </p:spPr>
      </p:pic>
      <p:sp>
        <p:nvSpPr>
          <p:cNvPr id="966" name="Google Shape;966;p9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inimalist Portfolio with Introduction by Slidesgo">
  <a:themeElements>
    <a:clrScheme name="Simple Light">
      <a:dk1>
        <a:srgbClr val="191919"/>
      </a:dk1>
      <a:lt1>
        <a:srgbClr val="F3F3F3"/>
      </a:lt1>
      <a:dk2>
        <a:srgbClr val="9A74D8"/>
      </a:dk2>
      <a:lt2>
        <a:srgbClr val="1E0E6A"/>
      </a:lt2>
      <a:accent1>
        <a:srgbClr val="B2B2E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inimalist Portfolio with Introduction by Slidesgo">
  <a:themeElements>
    <a:clrScheme name="Simple Light">
      <a:dk1>
        <a:srgbClr val="191919"/>
      </a:dk1>
      <a:lt1>
        <a:srgbClr val="F3F3F3"/>
      </a:lt1>
      <a:dk2>
        <a:srgbClr val="9A74D8"/>
      </a:dk2>
      <a:lt2>
        <a:srgbClr val="1E0E6A"/>
      </a:lt2>
      <a:accent1>
        <a:srgbClr val="B2B2E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Minimalist Portfolio with Introduction by Slidesgo">
  <a:themeElements>
    <a:clrScheme name="Simple Light">
      <a:dk1>
        <a:srgbClr val="191919"/>
      </a:dk1>
      <a:lt1>
        <a:srgbClr val="F3F3F3"/>
      </a:lt1>
      <a:dk2>
        <a:srgbClr val="9A74D8"/>
      </a:dk2>
      <a:lt2>
        <a:srgbClr val="1E0E6A"/>
      </a:lt2>
      <a:accent1>
        <a:srgbClr val="B2B2E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